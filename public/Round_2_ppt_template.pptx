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Aileron Bold" charset="1" panose="00000800000000000000"/>
      <p:regular r:id="rId16"/>
    </p:embeddedFont>
    <p:embeddedFont>
      <p:font typeface="Cy Grotesk Key Semi-Bold" charset="1" panose="00000700000000000000"/>
      <p:regular r:id="rId17"/>
    </p:embeddedFont>
    <p:embeddedFont>
      <p:font typeface="Belleza" charset="1" panose="02000503050000020003"/>
      <p:regular r:id="rId18"/>
    </p:embeddedFont>
    <p:embeddedFont>
      <p:font typeface="Aileron" charset="1" panose="00000500000000000000"/>
      <p:regular r:id="rId19"/>
    </p:embeddedFont>
    <p:embeddedFont>
      <p:font typeface="Designer" charset="1" panose="00000000000000000000"/>
      <p:regular r:id="rId2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fonts/font16.fntdata" Type="http://schemas.openxmlformats.org/officeDocument/2006/relationships/font"/><Relationship Id="rId17" Target="fonts/font17.fntdata" Type="http://schemas.openxmlformats.org/officeDocument/2006/relationships/font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20" Target="fonts/font20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9.png" Type="http://schemas.openxmlformats.org/officeDocument/2006/relationships/image"/><Relationship Id="rId11" Target="../media/image10.svg" Type="http://schemas.openxmlformats.org/officeDocument/2006/relationships/image"/><Relationship Id="rId12" Target="../media/image11.png" Type="http://schemas.openxmlformats.org/officeDocument/2006/relationships/image"/><Relationship Id="rId13" Target="../media/image12.png" Type="http://schemas.openxmlformats.org/officeDocument/2006/relationships/image"/><Relationship Id="rId14" Target="../media/image13.png" Type="http://schemas.openxmlformats.org/officeDocument/2006/relationships/image"/><Relationship Id="rId15" Target="../media/image14.png" Type="http://schemas.openxmlformats.org/officeDocument/2006/relationships/image"/><Relationship Id="rId16" Target="../media/image15.png" Type="http://schemas.openxmlformats.org/officeDocument/2006/relationships/image"/><Relationship Id="rId17" Target="../media/image16.svg" Type="http://schemas.openxmlformats.org/officeDocument/2006/relationships/image"/><Relationship Id="rId18" Target="../media/image17.png" Type="http://schemas.openxmlformats.org/officeDocument/2006/relationships/image"/><Relationship Id="rId19" Target="../media/image18.png" Type="http://schemas.openxmlformats.org/officeDocument/2006/relationships/image"/><Relationship Id="rId2" Target="../media/image1.png" Type="http://schemas.openxmlformats.org/officeDocument/2006/relationships/image"/><Relationship Id="rId20" Target="../media/image19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Relationship Id="rId8" Target="../media/image7.png" Type="http://schemas.openxmlformats.org/officeDocument/2006/relationships/image"/><Relationship Id="rId9" Target="../media/image8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8.png" Type="http://schemas.openxmlformats.org/officeDocument/2006/relationships/image"/><Relationship Id="rId7" Target="../media/image19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27.jpeg" Type="http://schemas.openxmlformats.org/officeDocument/2006/relationships/image"/><Relationship Id="rId11" Target="../media/image28.jpeg" Type="http://schemas.openxmlformats.org/officeDocument/2006/relationships/image"/><Relationship Id="rId12" Target="../media/image29.png" Type="http://schemas.openxmlformats.org/officeDocument/2006/relationships/image"/><Relationship Id="rId13" Target="../media/image18.png" Type="http://schemas.openxmlformats.org/officeDocument/2006/relationships/image"/><Relationship Id="rId14" Target="../media/image19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https://www.google.com/url?sa=i&amp;url=https%3A%2F%2Fau.pinterest.com%2Fthinkbespoke%2Flinkedin-profile-photo-examples%2F&amp;psig=AOvVaw2Q1tv4eHqF5iex9C-xvOpX&amp;ust=1740769516761000&amp;source=images&amp;cd=vfe&amp;opi=89978449&amp;ved=0CBQQjRxqFwoTCPjQpffF5IsDFQAAAAAdAAAAABAd" TargetMode="External" Type="http://schemas.openxmlformats.org/officeDocument/2006/relationships/hyperlink"/><Relationship Id="rId5" Target="../media/image22.png" Type="http://schemas.openxmlformats.org/officeDocument/2006/relationships/image"/><Relationship Id="rId6" Target="../media/image23.svg" Type="http://schemas.openxmlformats.org/officeDocument/2006/relationships/image"/><Relationship Id="rId7" Target="../media/image24.jpeg" Type="http://schemas.openxmlformats.org/officeDocument/2006/relationships/image"/><Relationship Id="rId8" Target="../media/image25.jpeg" Type="http://schemas.openxmlformats.org/officeDocument/2006/relationships/image"/><Relationship Id="rId9" Target="../media/image26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0.png" Type="http://schemas.openxmlformats.org/officeDocument/2006/relationships/image"/><Relationship Id="rId3" Target="../media/image21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8.png" Type="http://schemas.openxmlformats.org/officeDocument/2006/relationships/image"/><Relationship Id="rId7" Target="../media/image1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30.png" Type="http://schemas.openxmlformats.org/officeDocument/2006/relationships/image"/><Relationship Id="rId3" Target="../media/image31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18.png" Type="http://schemas.openxmlformats.org/officeDocument/2006/relationships/image"/><Relationship Id="rId7" Target="../media/image19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38.png" Type="http://schemas.openxmlformats.org/officeDocument/2006/relationships/image"/><Relationship Id="rId11" Target="../media/image39.svg" Type="http://schemas.openxmlformats.org/officeDocument/2006/relationships/image"/><Relationship Id="rId12" Target="../media/image18.png" Type="http://schemas.openxmlformats.org/officeDocument/2006/relationships/image"/><Relationship Id="rId13" Target="../media/image19.png" Type="http://schemas.openxmlformats.org/officeDocument/2006/relationships/image"/><Relationship Id="rId2" Target="../media/image32.png" Type="http://schemas.openxmlformats.org/officeDocument/2006/relationships/image"/><Relationship Id="rId3" Target="../media/image33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34.png" Type="http://schemas.openxmlformats.org/officeDocument/2006/relationships/image"/><Relationship Id="rId7" Target="../media/image35.svg" Type="http://schemas.openxmlformats.org/officeDocument/2006/relationships/image"/><Relationship Id="rId8" Target="../media/image36.png" Type="http://schemas.openxmlformats.org/officeDocument/2006/relationships/image"/><Relationship Id="rId9" Target="../media/image37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6.png" Type="http://schemas.openxmlformats.org/officeDocument/2006/relationships/image"/><Relationship Id="rId11" Target="../media/image47.svg" Type="http://schemas.openxmlformats.org/officeDocument/2006/relationships/image"/><Relationship Id="rId12" Target="../media/image48.png" Type="http://schemas.openxmlformats.org/officeDocument/2006/relationships/image"/><Relationship Id="rId13" Target="../media/image49.svg" Type="http://schemas.openxmlformats.org/officeDocument/2006/relationships/image"/><Relationship Id="rId14" Target="../media/image18.png" Type="http://schemas.openxmlformats.org/officeDocument/2006/relationships/image"/><Relationship Id="rId15" Target="../media/image19.png" Type="http://schemas.openxmlformats.org/officeDocument/2006/relationships/image"/><Relationship Id="rId2" Target="../media/image40.png" Type="http://schemas.openxmlformats.org/officeDocument/2006/relationships/image"/><Relationship Id="rId3" Target="../media/image41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42.png" Type="http://schemas.openxmlformats.org/officeDocument/2006/relationships/image"/><Relationship Id="rId7" Target="../media/image43.svg" Type="http://schemas.openxmlformats.org/officeDocument/2006/relationships/image"/><Relationship Id="rId8" Target="../media/image44.png" Type="http://schemas.openxmlformats.org/officeDocument/2006/relationships/image"/><Relationship Id="rId9" Target="../media/image45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4.png" Type="http://schemas.openxmlformats.org/officeDocument/2006/relationships/image"/><Relationship Id="rId11" Target="../media/image55.svg" Type="http://schemas.openxmlformats.org/officeDocument/2006/relationships/image"/><Relationship Id="rId12" Target="../media/image56.png" Type="http://schemas.openxmlformats.org/officeDocument/2006/relationships/image"/><Relationship Id="rId13" Target="../media/image57.svg" Type="http://schemas.openxmlformats.org/officeDocument/2006/relationships/image"/><Relationship Id="rId14" Target="../media/image58.png" Type="http://schemas.openxmlformats.org/officeDocument/2006/relationships/image"/><Relationship Id="rId15" Target="../media/image59.svg" Type="http://schemas.openxmlformats.org/officeDocument/2006/relationships/image"/><Relationship Id="rId16" Target="../media/image60.png" Type="http://schemas.openxmlformats.org/officeDocument/2006/relationships/image"/><Relationship Id="rId17" Target="../media/image61.svg" Type="http://schemas.openxmlformats.org/officeDocument/2006/relationships/image"/><Relationship Id="rId2" Target="../media/image50.png" Type="http://schemas.openxmlformats.org/officeDocument/2006/relationships/image"/><Relationship Id="rId3" Target="../media/image51.svg" Type="http://schemas.openxmlformats.org/officeDocument/2006/relationships/image"/><Relationship Id="rId4" Target="../media/image1.png" Type="http://schemas.openxmlformats.org/officeDocument/2006/relationships/image"/><Relationship Id="rId5" Target="../media/image2.svg" Type="http://schemas.openxmlformats.org/officeDocument/2006/relationships/image"/><Relationship Id="rId6" Target="../media/image52.png" Type="http://schemas.openxmlformats.org/officeDocument/2006/relationships/image"/><Relationship Id="rId7" Target="../media/image53.svg" Type="http://schemas.openxmlformats.org/officeDocument/2006/relationships/image"/><Relationship Id="rId8" Target="../media/image18.png" Type="http://schemas.openxmlformats.org/officeDocument/2006/relationships/image"/><Relationship Id="rId9" Target="../media/image19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62.png" Type="http://schemas.openxmlformats.org/officeDocument/2006/relationships/image"/><Relationship Id="rId5" Target="../media/image18.png" Type="http://schemas.openxmlformats.org/officeDocument/2006/relationships/image"/><Relationship Id="rId6" Target="../media/image19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65.svg" Type="http://schemas.openxmlformats.org/officeDocument/2006/relationships/image"/><Relationship Id="rId11" Target="../media/image66.png" Type="http://schemas.openxmlformats.org/officeDocument/2006/relationships/image"/><Relationship Id="rId12" Target="../media/image18.png" Type="http://schemas.openxmlformats.org/officeDocument/2006/relationships/image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11.png" Type="http://schemas.openxmlformats.org/officeDocument/2006/relationships/image"/><Relationship Id="rId5" Target="../media/image63.png" Type="http://schemas.openxmlformats.org/officeDocument/2006/relationships/image"/><Relationship Id="rId6" Target="../media/image13.png" Type="http://schemas.openxmlformats.org/officeDocument/2006/relationships/image"/><Relationship Id="rId7" Target="../media/image14.png" Type="http://schemas.openxmlformats.org/officeDocument/2006/relationships/image"/><Relationship Id="rId8" Target="../media/image17.png" Type="http://schemas.openxmlformats.org/officeDocument/2006/relationships/image"/><Relationship Id="rId9" Target="../media/image64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35219" y="1888886"/>
            <a:ext cx="19958438" cy="19958438"/>
          </a:xfrm>
          <a:custGeom>
            <a:avLst/>
            <a:gdLst/>
            <a:ahLst/>
            <a:cxnLst/>
            <a:rect r="r" b="b" t="t" l="l"/>
            <a:pathLst>
              <a:path h="19958438" w="19958438">
                <a:moveTo>
                  <a:pt x="0" y="0"/>
                </a:moveTo>
                <a:lnTo>
                  <a:pt x="19958438" y="0"/>
                </a:lnTo>
                <a:lnTo>
                  <a:pt x="19958438" y="19958438"/>
                </a:lnTo>
                <a:lnTo>
                  <a:pt x="0" y="1995843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2443591" y="-2510457"/>
            <a:ext cx="7653957" cy="7653957"/>
            <a:chOff x="0" y="0"/>
            <a:chExt cx="812800" cy="812800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" id="5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6" id="6"/>
          <p:cNvGrpSpPr/>
          <p:nvPr/>
        </p:nvGrpSpPr>
        <p:grpSpPr>
          <a:xfrm rot="0">
            <a:off x="15575158" y="3774633"/>
            <a:ext cx="3277064" cy="3277064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9" id="9"/>
          <p:cNvSpPr/>
          <p:nvPr/>
        </p:nvSpPr>
        <p:spPr>
          <a:xfrm flipH="false" flipV="false" rot="0">
            <a:off x="10709570" y="5227572"/>
            <a:ext cx="8907440" cy="8907440"/>
          </a:xfrm>
          <a:custGeom>
            <a:avLst/>
            <a:gdLst/>
            <a:ahLst/>
            <a:cxnLst/>
            <a:rect r="r" b="b" t="t" l="l"/>
            <a:pathLst>
              <a:path h="8907440" w="8907440">
                <a:moveTo>
                  <a:pt x="0" y="0"/>
                </a:moveTo>
                <a:lnTo>
                  <a:pt x="8907440" y="0"/>
                </a:lnTo>
                <a:lnTo>
                  <a:pt x="8907440" y="8907440"/>
                </a:lnTo>
                <a:lnTo>
                  <a:pt x="0" y="890744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71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-803425" y="7494479"/>
            <a:ext cx="4373625" cy="4373625"/>
          </a:xfrm>
          <a:custGeom>
            <a:avLst/>
            <a:gdLst/>
            <a:ahLst/>
            <a:cxnLst/>
            <a:rect r="r" b="b" t="t" l="l"/>
            <a:pathLst>
              <a:path h="4373625" w="4373625">
                <a:moveTo>
                  <a:pt x="0" y="0"/>
                </a:moveTo>
                <a:lnTo>
                  <a:pt x="4373625" y="0"/>
                </a:lnTo>
                <a:lnTo>
                  <a:pt x="4373625" y="4373626"/>
                </a:lnTo>
                <a:lnTo>
                  <a:pt x="0" y="437362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alphaModFix amt="34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1572557" y="-3079176"/>
            <a:ext cx="5686743" cy="5686743"/>
          </a:xfrm>
          <a:custGeom>
            <a:avLst/>
            <a:gdLst/>
            <a:ahLst/>
            <a:cxnLst/>
            <a:rect r="r" b="b" t="t" l="l"/>
            <a:pathLst>
              <a:path h="5686743" w="5686743">
                <a:moveTo>
                  <a:pt x="0" y="0"/>
                </a:moveTo>
                <a:lnTo>
                  <a:pt x="5686743" y="0"/>
                </a:lnTo>
                <a:lnTo>
                  <a:pt x="5686743" y="5686743"/>
                </a:lnTo>
                <a:lnTo>
                  <a:pt x="0" y="5686743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40000"/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2" id="12"/>
          <p:cNvGrpSpPr/>
          <p:nvPr/>
        </p:nvGrpSpPr>
        <p:grpSpPr>
          <a:xfrm rot="0">
            <a:off x="1596285" y="7232671"/>
            <a:ext cx="5646859" cy="876709"/>
            <a:chOff x="0" y="0"/>
            <a:chExt cx="7529146" cy="1168945"/>
          </a:xfrm>
        </p:grpSpPr>
        <p:grpSp>
          <p:nvGrpSpPr>
            <p:cNvPr name="Group 13" id="13"/>
            <p:cNvGrpSpPr/>
            <p:nvPr/>
          </p:nvGrpSpPr>
          <p:grpSpPr>
            <a:xfrm rot="0">
              <a:off x="0" y="0"/>
              <a:ext cx="7529146" cy="1168945"/>
              <a:chOff x="0" y="0"/>
              <a:chExt cx="1487239" cy="230903"/>
            </a:xfrm>
          </p:grpSpPr>
          <p:sp>
            <p:nvSpPr>
              <p:cNvPr name="Freeform 14" id="14"/>
              <p:cNvSpPr/>
              <p:nvPr/>
            </p:nvSpPr>
            <p:spPr>
              <a:xfrm flipH="false" flipV="false" rot="0">
                <a:off x="0" y="0"/>
                <a:ext cx="1487239" cy="230903"/>
              </a:xfrm>
              <a:custGeom>
                <a:avLst/>
                <a:gdLst/>
                <a:ahLst/>
                <a:cxnLst/>
                <a:rect r="r" b="b" t="t" l="l"/>
                <a:pathLst>
                  <a:path h="230903" w="1487239">
                    <a:moveTo>
                      <a:pt x="115451" y="0"/>
                    </a:moveTo>
                    <a:lnTo>
                      <a:pt x="1371787" y="0"/>
                    </a:lnTo>
                    <a:cubicBezTo>
                      <a:pt x="1435549" y="0"/>
                      <a:pt x="1487239" y="51689"/>
                      <a:pt x="1487239" y="115451"/>
                    </a:cubicBezTo>
                    <a:lnTo>
                      <a:pt x="1487239" y="115451"/>
                    </a:lnTo>
                    <a:cubicBezTo>
                      <a:pt x="1487239" y="179213"/>
                      <a:pt x="1435549" y="230903"/>
                      <a:pt x="1371787" y="230903"/>
                    </a:cubicBezTo>
                    <a:lnTo>
                      <a:pt x="115451" y="230903"/>
                    </a:lnTo>
                    <a:cubicBezTo>
                      <a:pt x="51689" y="230903"/>
                      <a:pt x="0" y="179213"/>
                      <a:pt x="0" y="115451"/>
                    </a:cubicBezTo>
                    <a:lnTo>
                      <a:pt x="0" y="115451"/>
                    </a:lnTo>
                    <a:cubicBezTo>
                      <a:pt x="0" y="51689"/>
                      <a:pt x="51689" y="0"/>
                      <a:pt x="115451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15" id="15"/>
              <p:cNvSpPr txBox="true"/>
              <p:nvPr/>
            </p:nvSpPr>
            <p:spPr>
              <a:xfrm>
                <a:off x="0" y="-38100"/>
                <a:ext cx="1487239" cy="269003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16" id="16"/>
            <p:cNvGrpSpPr/>
            <p:nvPr/>
          </p:nvGrpSpPr>
          <p:grpSpPr>
            <a:xfrm rot="-918835">
              <a:off x="6371760" y="102179"/>
              <a:ext cx="893956" cy="893956"/>
              <a:chOff x="0" y="0"/>
              <a:chExt cx="812800" cy="812800"/>
            </a:xfrm>
          </p:grpSpPr>
          <p:sp>
            <p:nvSpPr>
              <p:cNvPr name="Freeform 17" id="1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9FBFF"/>
              </a:solidFill>
            </p:spPr>
          </p:sp>
          <p:sp>
            <p:nvSpPr>
              <p:cNvPr name="TextBox 18" id="18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499"/>
                  </a:lnSpc>
                </a:pPr>
              </a:p>
            </p:txBody>
          </p:sp>
        </p:grpSp>
        <p:sp>
          <p:nvSpPr>
            <p:cNvPr name="Freeform 19" id="19"/>
            <p:cNvSpPr/>
            <p:nvPr/>
          </p:nvSpPr>
          <p:spPr>
            <a:xfrm flipH="false" flipV="false" rot="-918835">
              <a:off x="6648328" y="378748"/>
              <a:ext cx="340818" cy="340818"/>
            </a:xfrm>
            <a:custGeom>
              <a:avLst/>
              <a:gdLst/>
              <a:ahLst/>
              <a:cxnLst/>
              <a:rect r="r" b="b" t="t" l="l"/>
              <a:pathLst>
                <a:path h="340818" w="340818">
                  <a:moveTo>
                    <a:pt x="0" y="0"/>
                  </a:moveTo>
                  <a:lnTo>
                    <a:pt x="340819" y="0"/>
                  </a:lnTo>
                  <a:lnTo>
                    <a:pt x="340819" y="340818"/>
                  </a:lnTo>
                  <a:lnTo>
                    <a:pt x="0" y="34081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 l="0" t="0" r="0" b="0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 rot="0">
              <a:off x="486209" y="206859"/>
              <a:ext cx="6556728" cy="69807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4479"/>
                </a:lnSpc>
                <a:spcBef>
                  <a:spcPct val="0"/>
                </a:spcBef>
              </a:pPr>
              <a:r>
                <a:rPr lang="en-US" b="true" sz="3199" spc="-127">
                  <a:solidFill>
                    <a:srgbClr val="030303"/>
                  </a:solidFill>
                  <a:latin typeface="Aileron Bold"/>
                  <a:ea typeface="Aileron Bold"/>
                  <a:cs typeface="Aileron Bold"/>
                  <a:sym typeface="Aileron Bold"/>
                </a:rPr>
                <a:t>Team Name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1425157" y="1187602"/>
            <a:ext cx="7718843" cy="1402568"/>
            <a:chOff x="0" y="0"/>
            <a:chExt cx="10291790" cy="1870091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291790" cy="1870091"/>
            </a:xfrm>
            <a:custGeom>
              <a:avLst/>
              <a:gdLst/>
              <a:ahLst/>
              <a:cxnLst/>
              <a:rect r="r" b="b" t="t" l="l"/>
              <a:pathLst>
                <a:path h="1870091" w="10291790">
                  <a:moveTo>
                    <a:pt x="0" y="0"/>
                  </a:moveTo>
                  <a:lnTo>
                    <a:pt x="10291790" y="0"/>
                  </a:lnTo>
                  <a:lnTo>
                    <a:pt x="10291790" y="1870091"/>
                  </a:lnTo>
                  <a:lnTo>
                    <a:pt x="0" y="18700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-225168" r="0" b="-225168"/>
              </a:stretch>
            </a:blipFill>
            <a:ln w="28575" cap="rnd">
              <a:solidFill>
                <a:srgbClr val="212938"/>
              </a:solidFill>
              <a:prstDash val="solid"/>
              <a:round/>
            </a:ln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1505653" y="191376"/>
              <a:ext cx="5511818" cy="1611349"/>
            </a:xfrm>
            <a:custGeom>
              <a:avLst/>
              <a:gdLst/>
              <a:ahLst/>
              <a:cxnLst/>
              <a:rect r="r" b="b" t="t" l="l"/>
              <a:pathLst>
                <a:path h="1611349" w="5511818">
                  <a:moveTo>
                    <a:pt x="0" y="0"/>
                  </a:moveTo>
                  <a:lnTo>
                    <a:pt x="5511818" y="0"/>
                  </a:lnTo>
                  <a:lnTo>
                    <a:pt x="5511818" y="1611349"/>
                  </a:lnTo>
                  <a:lnTo>
                    <a:pt x="0" y="1611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-21214" t="0" r="0" b="0"/>
              </a:stretch>
            </a:blip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418336" y="124764"/>
              <a:ext cx="1232290" cy="1611349"/>
            </a:xfrm>
            <a:custGeom>
              <a:avLst/>
              <a:gdLst/>
              <a:ahLst/>
              <a:cxnLst/>
              <a:rect r="r" b="b" t="t" l="l"/>
              <a:pathLst>
                <a:path h="1611349" w="1232290">
                  <a:moveTo>
                    <a:pt x="0" y="0"/>
                  </a:moveTo>
                  <a:lnTo>
                    <a:pt x="1232290" y="0"/>
                  </a:lnTo>
                  <a:lnTo>
                    <a:pt x="1232290" y="1611349"/>
                  </a:lnTo>
                  <a:lnTo>
                    <a:pt x="0" y="1611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-3197" t="0" r="-438974" b="0"/>
              </a:stretch>
            </a:blip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8529959" y="13299"/>
              <a:ext cx="1304419" cy="1856792"/>
            </a:xfrm>
            <a:custGeom>
              <a:avLst/>
              <a:gdLst/>
              <a:ahLst/>
              <a:cxnLst/>
              <a:rect r="r" b="b" t="t" l="l"/>
              <a:pathLst>
                <a:path h="1856792" w="1304419">
                  <a:moveTo>
                    <a:pt x="0" y="0"/>
                  </a:moveTo>
                  <a:lnTo>
                    <a:pt x="1304419" y="0"/>
                  </a:lnTo>
                  <a:lnTo>
                    <a:pt x="1304419" y="1856792"/>
                  </a:lnTo>
                  <a:lnTo>
                    <a:pt x="0" y="18567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-37068" r="-147878" b="-37068"/>
              </a:stretch>
            </a:blip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7017471" y="124764"/>
              <a:ext cx="1633863" cy="1633863"/>
            </a:xfrm>
            <a:custGeom>
              <a:avLst/>
              <a:gdLst/>
              <a:ahLst/>
              <a:cxnLst/>
              <a:rect r="r" b="b" t="t" l="l"/>
              <a:pathLst>
                <a:path h="1633863" w="1633863">
                  <a:moveTo>
                    <a:pt x="0" y="0"/>
                  </a:moveTo>
                  <a:lnTo>
                    <a:pt x="1633863" y="0"/>
                  </a:lnTo>
                  <a:lnTo>
                    <a:pt x="1633863" y="1633862"/>
                  </a:lnTo>
                  <a:lnTo>
                    <a:pt x="0" y="16338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 l="0" t="0" r="0" b="0"/>
              </a:stretch>
            </a:blipFill>
          </p:spPr>
        </p:sp>
        <p:grpSp>
          <p:nvGrpSpPr>
            <p:cNvPr name="Group 27" id="27"/>
            <p:cNvGrpSpPr/>
            <p:nvPr/>
          </p:nvGrpSpPr>
          <p:grpSpPr>
            <a:xfrm rot="0">
              <a:off x="7183850" y="262116"/>
              <a:ext cx="1330131" cy="1330131"/>
              <a:chOff x="0" y="0"/>
              <a:chExt cx="812800" cy="812800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38387" lIns="38387" bIns="38387" rIns="38387"/>
              <a:lstStyle/>
              <a:p>
                <a:pPr algn="ctr">
                  <a:lnSpc>
                    <a:spcPts val="2505"/>
                  </a:lnSpc>
                </a:pPr>
              </a:p>
            </p:txBody>
          </p:sp>
        </p:grpSp>
        <p:sp>
          <p:nvSpPr>
            <p:cNvPr name="Freeform 30" id="30"/>
            <p:cNvSpPr/>
            <p:nvPr/>
          </p:nvSpPr>
          <p:spPr>
            <a:xfrm flipH="false" flipV="false" rot="0">
              <a:off x="7183850" y="291143"/>
              <a:ext cx="1301105" cy="1301105"/>
            </a:xfrm>
            <a:custGeom>
              <a:avLst/>
              <a:gdLst/>
              <a:ahLst/>
              <a:cxnLst/>
              <a:rect r="r" b="b" t="t" l="l"/>
              <a:pathLst>
                <a:path h="1301105" w="1301105">
                  <a:moveTo>
                    <a:pt x="0" y="0"/>
                  </a:moveTo>
                  <a:lnTo>
                    <a:pt x="1301105" y="0"/>
                  </a:lnTo>
                  <a:lnTo>
                    <a:pt x="1301105" y="1301105"/>
                  </a:lnTo>
                  <a:lnTo>
                    <a:pt x="0" y="130110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8"/>
              <a:stretch>
                <a:fillRect l="0" t="0" r="0" b="0"/>
              </a:stretch>
            </a:blipFill>
          </p:spPr>
        </p:sp>
      </p:grpSp>
      <p:sp>
        <p:nvSpPr>
          <p:cNvPr name="AutoShape 31" id="31"/>
          <p:cNvSpPr/>
          <p:nvPr/>
        </p:nvSpPr>
        <p:spPr>
          <a:xfrm>
            <a:off x="1596285" y="4515168"/>
            <a:ext cx="0" cy="2298451"/>
          </a:xfrm>
          <a:prstGeom prst="line">
            <a:avLst/>
          </a:prstGeom>
          <a:ln cap="flat" w="38100">
            <a:solidFill>
              <a:srgbClr val="FFFFFF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TextBox 32" id="32"/>
          <p:cNvSpPr txBox="true"/>
          <p:nvPr/>
        </p:nvSpPr>
        <p:spPr>
          <a:xfrm rot="0">
            <a:off x="1835595" y="4419542"/>
            <a:ext cx="15378096" cy="26285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0021"/>
              </a:lnSpc>
            </a:pPr>
            <a:r>
              <a:rPr lang="en-US" b="true" sz="10661" spc="-426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TITLE OF THE </a:t>
            </a:r>
          </a:p>
          <a:p>
            <a:pPr algn="l">
              <a:lnSpc>
                <a:spcPts val="10021"/>
              </a:lnSpc>
            </a:pPr>
            <a:r>
              <a:rPr lang="en-US" b="true" sz="10661" spc="-426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PRESENTATION</a:t>
            </a:r>
          </a:p>
        </p:txBody>
      </p:sp>
      <p:grpSp>
        <p:nvGrpSpPr>
          <p:cNvPr name="Group 33" id="33"/>
          <p:cNvGrpSpPr/>
          <p:nvPr/>
        </p:nvGrpSpPr>
        <p:grpSpPr>
          <a:xfrm rot="0">
            <a:off x="1383388" y="3045863"/>
            <a:ext cx="5592240" cy="1116504"/>
            <a:chOff x="0" y="0"/>
            <a:chExt cx="7456320" cy="1488672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1762237" y="312864"/>
              <a:ext cx="5550572" cy="623281"/>
            </a:xfrm>
            <a:custGeom>
              <a:avLst/>
              <a:gdLst/>
              <a:ahLst/>
              <a:cxnLst/>
              <a:rect r="r" b="b" t="t" l="l"/>
              <a:pathLst>
                <a:path h="623281" w="5550572">
                  <a:moveTo>
                    <a:pt x="0" y="0"/>
                  </a:moveTo>
                  <a:lnTo>
                    <a:pt x="5550572" y="0"/>
                  </a:lnTo>
                  <a:lnTo>
                    <a:pt x="5550572" y="623281"/>
                  </a:lnTo>
                  <a:lnTo>
                    <a:pt x="0" y="623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9"/>
              <a:stretch>
                <a:fillRect l="0" t="0" r="0" b="0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 rot="0">
              <a:off x="1762237" y="878995"/>
              <a:ext cx="5694082" cy="6096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8"/>
                </a:lnSpc>
              </a:pPr>
              <a:r>
                <a:rPr lang="en-US" sz="2749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1866397" cy="1437172"/>
            </a:xfrm>
            <a:custGeom>
              <a:avLst/>
              <a:gdLst/>
              <a:ahLst/>
              <a:cxnLst/>
              <a:rect r="r" b="b" t="t" l="l"/>
              <a:pathLst>
                <a:path h="1437172" w="1866397">
                  <a:moveTo>
                    <a:pt x="0" y="0"/>
                  </a:moveTo>
                  <a:lnTo>
                    <a:pt x="1866397" y="0"/>
                  </a:lnTo>
                  <a:lnTo>
                    <a:pt x="1866397" y="1437172"/>
                  </a:lnTo>
                  <a:lnTo>
                    <a:pt x="0" y="14371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0"/>
              <a:stretch>
                <a:fillRect l="0" t="0" r="0" b="-29865"/>
              </a:stretch>
            </a:blipFill>
          </p:spPr>
        </p:sp>
        <p:sp>
          <p:nvSpPr>
            <p:cNvPr name="AutoShape 37" id="37"/>
            <p:cNvSpPr/>
            <p:nvPr/>
          </p:nvSpPr>
          <p:spPr>
            <a:xfrm flipH="true" flipV="true">
              <a:off x="770135" y="551905"/>
              <a:ext cx="163064" cy="243075"/>
            </a:xfrm>
            <a:prstGeom prst="line">
              <a:avLst/>
            </a:prstGeom>
            <a:ln cap="flat" w="9776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8" id="38"/>
            <p:cNvSpPr/>
            <p:nvPr/>
          </p:nvSpPr>
          <p:spPr>
            <a:xfrm flipH="true">
              <a:off x="933198" y="551905"/>
              <a:ext cx="163575" cy="243075"/>
            </a:xfrm>
            <a:prstGeom prst="line">
              <a:avLst/>
            </a:prstGeom>
            <a:ln cap="flat" w="9776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9" id="39"/>
            <p:cNvSpPr/>
            <p:nvPr/>
          </p:nvSpPr>
          <p:spPr>
            <a:xfrm flipH="true" flipV="true">
              <a:off x="286619" y="440103"/>
              <a:ext cx="646579" cy="932379"/>
            </a:xfrm>
            <a:prstGeom prst="line">
              <a:avLst/>
            </a:prstGeom>
            <a:ln cap="flat" w="9776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40" id="40"/>
            <p:cNvSpPr/>
            <p:nvPr/>
          </p:nvSpPr>
          <p:spPr>
            <a:xfrm flipH="true">
              <a:off x="933198" y="473759"/>
              <a:ext cx="626623" cy="898723"/>
            </a:xfrm>
            <a:prstGeom prst="line">
              <a:avLst/>
            </a:prstGeom>
            <a:ln cap="flat" w="9776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41" id="41"/>
          <p:cNvGrpSpPr/>
          <p:nvPr/>
        </p:nvGrpSpPr>
        <p:grpSpPr>
          <a:xfrm rot="0">
            <a:off x="3093262" y="8566580"/>
            <a:ext cx="1564319" cy="1564319"/>
            <a:chOff x="0" y="0"/>
            <a:chExt cx="812800" cy="8128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3" id="43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524643" y="-1960542"/>
            <a:ext cx="3277064" cy="3277064"/>
            <a:chOff x="0" y="0"/>
            <a:chExt cx="812800" cy="81280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6" id="4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242725" y="-1720998"/>
            <a:ext cx="8783123" cy="8783123"/>
          </a:xfrm>
          <a:custGeom>
            <a:avLst/>
            <a:gdLst/>
            <a:ahLst/>
            <a:cxnLst/>
            <a:rect r="r" b="b" t="t" l="l"/>
            <a:pathLst>
              <a:path h="8783123" w="8783123">
                <a:moveTo>
                  <a:pt x="0" y="0"/>
                </a:moveTo>
                <a:lnTo>
                  <a:pt x="8783123" y="0"/>
                </a:lnTo>
                <a:lnTo>
                  <a:pt x="8783123" y="8783123"/>
                </a:lnTo>
                <a:lnTo>
                  <a:pt x="0" y="87831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7198774">
            <a:off x="-3735427" y="-6218490"/>
            <a:ext cx="19632549" cy="19632549"/>
          </a:xfrm>
          <a:custGeom>
            <a:avLst/>
            <a:gdLst/>
            <a:ahLst/>
            <a:cxnLst/>
            <a:rect r="r" b="b" t="t" l="l"/>
            <a:pathLst>
              <a:path h="19632549" w="19632549">
                <a:moveTo>
                  <a:pt x="0" y="0"/>
                </a:moveTo>
                <a:lnTo>
                  <a:pt x="19632549" y="0"/>
                </a:lnTo>
                <a:lnTo>
                  <a:pt x="19632549" y="19632549"/>
                </a:lnTo>
                <a:lnTo>
                  <a:pt x="0" y="1963254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1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3941969"/>
            <a:ext cx="15663500" cy="55694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713"/>
              </a:lnSpc>
            </a:pPr>
            <a:r>
              <a:rPr lang="en-US" sz="4081" spc="-163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Problem </a:t>
            </a:r>
            <a:r>
              <a:rPr lang="en-US" sz="4081" spc="-163" b="true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Statement: Clearly define the real-world issue your prototype aims to solve.</a:t>
            </a:r>
          </a:p>
          <a:p>
            <a:pPr algn="l">
              <a:lnSpc>
                <a:spcPts val="5713"/>
              </a:lnSpc>
            </a:pPr>
          </a:p>
          <a:p>
            <a:pPr algn="l">
              <a:lnSpc>
                <a:spcPts val="5713"/>
              </a:lnSpc>
            </a:pPr>
            <a:r>
              <a:rPr lang="en-US" sz="4081" spc="-163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Objective: </a:t>
            </a:r>
            <a:r>
              <a:rPr lang="en-US" sz="4081" spc="-163" b="true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A short, focused statement on what your prototype achieves.</a:t>
            </a:r>
          </a:p>
          <a:p>
            <a:pPr algn="l">
              <a:lnSpc>
                <a:spcPts val="5713"/>
              </a:lnSpc>
            </a:pPr>
          </a:p>
          <a:p>
            <a:pPr algn="l">
              <a:lnSpc>
                <a:spcPts val="5713"/>
              </a:lnSpc>
            </a:pPr>
            <a:r>
              <a:rPr lang="en-US" sz="4081" spc="-163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Key Goals: </a:t>
            </a:r>
            <a:r>
              <a:rPr lang="en-US" sz="4081" spc="-163" b="true">
                <a:solidFill>
                  <a:srgbClr val="FFFFFF"/>
                </a:solidFill>
                <a:latin typeface="Aileron Bold"/>
                <a:ea typeface="Aileron Bold"/>
                <a:cs typeface="Aileron Bold"/>
                <a:sym typeface="Aileron Bold"/>
              </a:rPr>
              <a:t>List 2-3 measurable goals that define success.</a:t>
            </a:r>
          </a:p>
          <a:p>
            <a:pPr algn="l">
              <a:lnSpc>
                <a:spcPts val="4033"/>
              </a:lnSpc>
            </a:pPr>
          </a:p>
        </p:txBody>
      </p:sp>
      <p:grpSp>
        <p:nvGrpSpPr>
          <p:cNvPr name="Group 5" id="5"/>
          <p:cNvGrpSpPr/>
          <p:nvPr/>
        </p:nvGrpSpPr>
        <p:grpSpPr>
          <a:xfrm rot="0">
            <a:off x="-747539" y="8361909"/>
            <a:ext cx="4019759" cy="401975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431016" y="9022870"/>
            <a:ext cx="4019759" cy="4019759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8700" y="1393190"/>
            <a:ext cx="4082845" cy="815150"/>
            <a:chOff x="0" y="0"/>
            <a:chExt cx="5443793" cy="10868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286594" y="228419"/>
              <a:ext cx="4052423" cy="455052"/>
            </a:xfrm>
            <a:custGeom>
              <a:avLst/>
              <a:gdLst/>
              <a:ahLst/>
              <a:cxnLst/>
              <a:rect r="r" b="b" t="t" l="l"/>
              <a:pathLst>
                <a:path h="455052" w="4052423">
                  <a:moveTo>
                    <a:pt x="0" y="0"/>
                  </a:moveTo>
                  <a:lnTo>
                    <a:pt x="4052423" y="0"/>
                  </a:lnTo>
                  <a:lnTo>
                    <a:pt x="4052423" y="455052"/>
                  </a:lnTo>
                  <a:lnTo>
                    <a:pt x="0" y="455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 rot="0">
              <a:off x="1286594" y="626321"/>
              <a:ext cx="4157199" cy="4605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0"/>
                </a:lnSpc>
              </a:pPr>
              <a:r>
                <a:rPr lang="en-US" sz="2007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62640" cy="1049266"/>
            </a:xfrm>
            <a:custGeom>
              <a:avLst/>
              <a:gdLst/>
              <a:ahLst/>
              <a:cxnLst/>
              <a:rect r="r" b="b" t="t" l="l"/>
              <a:pathLst>
                <a:path h="1049266" w="1362640">
                  <a:moveTo>
                    <a:pt x="0" y="0"/>
                  </a:moveTo>
                  <a:lnTo>
                    <a:pt x="1362640" y="0"/>
                  </a:lnTo>
                  <a:lnTo>
                    <a:pt x="1362640" y="1049266"/>
                  </a:lnTo>
                  <a:lnTo>
                    <a:pt x="0" y="1049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-29865"/>
              </a:stretch>
            </a:blipFill>
          </p:spPr>
        </p:sp>
        <p:sp>
          <p:nvSpPr>
            <p:cNvPr name="AutoShape 15" id="15"/>
            <p:cNvSpPr/>
            <p:nvPr/>
          </p:nvSpPr>
          <p:spPr>
            <a:xfrm flipH="true" flipV="true">
              <a:off x="562269" y="402941"/>
              <a:ext cx="119051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 flipH="true">
              <a:off x="681320" y="402941"/>
              <a:ext cx="119425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 flipH="true" flipV="true">
              <a:off x="209258" y="321315"/>
              <a:ext cx="472062" cy="680721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 flipH="true">
              <a:off x="681320" y="345887"/>
              <a:ext cx="457492" cy="656150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5642250" y="9258300"/>
            <a:ext cx="1617050" cy="1617050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102026" y="2397668"/>
            <a:ext cx="12234291" cy="86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6723" spc="-430" b="true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INTRODUCTION &amp; OBJECTIVE</a:t>
            </a:r>
          </a:p>
        </p:txBody>
      </p:sp>
    </p:spTree>
  </p:cSld>
  <p:clrMapOvr>
    <a:masterClrMapping/>
  </p:clrMapOvr>
  <p:transition spd="slow">
    <p:cover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>
            <a:hlinkClick r:id="rId4" tooltip="https://www.google.com/url?sa=i&amp;url=https%3A%2F%2Fau.pinterest.com%2Fthinkbespoke%2Flinkedin-profile-photo-examples%2F&amp;psig=AOvVaw2Q1tv4eHqF5iex9C-xvOpX&amp;ust=1740769516761000&amp;source=images&amp;cd=vfe&amp;opi=89978449&amp;ved=0CBQQjRxqFwoTCPjQpffF5IsDFQAAAAAdAAAAABAd"/>
          </p:cNvPr>
          <p:cNvSpPr/>
          <p:nvPr/>
        </p:nvSpPr>
        <p:spPr>
          <a:xfrm flipH="false" flipV="false" rot="-10800000">
            <a:off x="-844328" y="-4355604"/>
            <a:ext cx="19706901" cy="19706901"/>
          </a:xfrm>
          <a:custGeom>
            <a:avLst/>
            <a:gdLst/>
            <a:ahLst/>
            <a:cxnLst/>
            <a:rect r="r" b="b" t="t" l="l"/>
            <a:pathLst>
              <a:path h="19706901" w="19706901">
                <a:moveTo>
                  <a:pt x="0" y="0"/>
                </a:moveTo>
                <a:lnTo>
                  <a:pt x="19706901" y="0"/>
                </a:lnTo>
                <a:lnTo>
                  <a:pt x="19706901" y="19706901"/>
                </a:lnTo>
                <a:lnTo>
                  <a:pt x="0" y="1970690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26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-1705962" y="7644449"/>
            <a:ext cx="4802238" cy="4972514"/>
            <a:chOff x="0" y="0"/>
            <a:chExt cx="6402984" cy="6630019"/>
          </a:xfrm>
        </p:grpSpPr>
        <p:grpSp>
          <p:nvGrpSpPr>
            <p:cNvPr name="Group 4" id="4"/>
            <p:cNvGrpSpPr/>
            <p:nvPr/>
          </p:nvGrpSpPr>
          <p:grpSpPr>
            <a:xfrm rot="0">
              <a:off x="0" y="481101"/>
              <a:ext cx="6402984" cy="6148918"/>
              <a:chOff x="0" y="0"/>
              <a:chExt cx="846384" cy="812800"/>
            </a:xfrm>
          </p:grpSpPr>
          <p:sp>
            <p:nvSpPr>
              <p:cNvPr name="Freeform 5" id="5"/>
              <p:cNvSpPr/>
              <p:nvPr/>
            </p:nvSpPr>
            <p:spPr>
              <a:xfrm flipH="false" flipV="false" rot="0">
                <a:off x="0" y="0"/>
                <a:ext cx="846384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46384">
                    <a:moveTo>
                      <a:pt x="423192" y="0"/>
                    </a:moveTo>
                    <a:cubicBezTo>
                      <a:pt x="189470" y="0"/>
                      <a:pt x="0" y="181951"/>
                      <a:pt x="0" y="406400"/>
                    </a:cubicBezTo>
                    <a:cubicBezTo>
                      <a:pt x="0" y="630849"/>
                      <a:pt x="189470" y="812800"/>
                      <a:pt x="423192" y="812800"/>
                    </a:cubicBezTo>
                    <a:cubicBezTo>
                      <a:pt x="656914" y="812800"/>
                      <a:pt x="846384" y="630849"/>
                      <a:pt x="846384" y="406400"/>
                    </a:cubicBezTo>
                    <a:cubicBezTo>
                      <a:pt x="846384" y="181951"/>
                      <a:pt x="656914" y="0"/>
                      <a:pt x="423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" cap="sq">
                <a:solidFill>
                  <a:srgbClr val="E1A45C">
                    <a:alpha val="49804"/>
                  </a:srgbClr>
                </a:solidFill>
                <a:prstDash val="solid"/>
                <a:miter/>
              </a:ln>
            </p:spPr>
          </p:sp>
          <p:sp>
            <p:nvSpPr>
              <p:cNvPr name="TextBox 6" id="6"/>
              <p:cNvSpPr txBox="true"/>
              <p:nvPr/>
            </p:nvSpPr>
            <p:spPr>
              <a:xfrm>
                <a:off x="79348" y="28575"/>
                <a:ext cx="687687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499"/>
                  </a:lnSpc>
                </a:pPr>
              </a:p>
            </p:txBody>
          </p:sp>
        </p:grpSp>
        <p:grpSp>
          <p:nvGrpSpPr>
            <p:cNvPr name="Group 7" id="7"/>
            <p:cNvGrpSpPr/>
            <p:nvPr/>
          </p:nvGrpSpPr>
          <p:grpSpPr>
            <a:xfrm rot="0">
              <a:off x="476411" y="0"/>
              <a:ext cx="1416894" cy="1360672"/>
              <a:chOff x="0" y="0"/>
              <a:chExt cx="846384" cy="8128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846384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46384">
                    <a:moveTo>
                      <a:pt x="423192" y="0"/>
                    </a:moveTo>
                    <a:cubicBezTo>
                      <a:pt x="189470" y="0"/>
                      <a:pt x="0" y="181951"/>
                      <a:pt x="0" y="406400"/>
                    </a:cubicBezTo>
                    <a:cubicBezTo>
                      <a:pt x="0" y="630849"/>
                      <a:pt x="189470" y="812800"/>
                      <a:pt x="423192" y="812800"/>
                    </a:cubicBezTo>
                    <a:cubicBezTo>
                      <a:pt x="656914" y="812800"/>
                      <a:pt x="846384" y="630849"/>
                      <a:pt x="846384" y="406400"/>
                    </a:cubicBezTo>
                    <a:cubicBezTo>
                      <a:pt x="846384" y="181951"/>
                      <a:pt x="656914" y="0"/>
                      <a:pt x="423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" cap="sq">
                <a:solidFill>
                  <a:srgbClr val="F9FBFF">
                    <a:alpha val="49804"/>
                  </a:srgbClr>
                </a:solidFill>
                <a:prstDash val="solid"/>
                <a:miter/>
              </a:ln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79348" y="28575"/>
                <a:ext cx="687687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499"/>
                  </a:lnSpc>
                </a:pPr>
              </a:p>
            </p:txBody>
          </p:sp>
        </p:grpSp>
      </p:grpSp>
      <p:sp>
        <p:nvSpPr>
          <p:cNvPr name="Freeform 10" id="10"/>
          <p:cNvSpPr/>
          <p:nvPr/>
        </p:nvSpPr>
        <p:spPr>
          <a:xfrm flipH="false" flipV="false" rot="0">
            <a:off x="4408335" y="1877543"/>
            <a:ext cx="9201574" cy="9635156"/>
          </a:xfrm>
          <a:custGeom>
            <a:avLst/>
            <a:gdLst/>
            <a:ahLst/>
            <a:cxnLst/>
            <a:rect r="r" b="b" t="t" l="l"/>
            <a:pathLst>
              <a:path h="9635156" w="9201574">
                <a:moveTo>
                  <a:pt x="0" y="0"/>
                </a:moveTo>
                <a:lnTo>
                  <a:pt x="9201575" y="0"/>
                </a:lnTo>
                <a:lnTo>
                  <a:pt x="9201575" y="9635156"/>
                </a:lnTo>
                <a:lnTo>
                  <a:pt x="0" y="9635156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alphaModFix amt="7999"/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11" id="11"/>
          <p:cNvGrpSpPr/>
          <p:nvPr/>
        </p:nvGrpSpPr>
        <p:grpSpPr>
          <a:xfrm rot="0">
            <a:off x="9707913" y="1900083"/>
            <a:ext cx="3657198" cy="831159"/>
            <a:chOff x="0" y="0"/>
            <a:chExt cx="1015999" cy="230903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15999" cy="230903"/>
            </a:xfrm>
            <a:custGeom>
              <a:avLst/>
              <a:gdLst/>
              <a:ahLst/>
              <a:cxnLst/>
              <a:rect r="r" b="b" t="t" l="l"/>
              <a:pathLst>
                <a:path h="230903" w="1015999">
                  <a:moveTo>
                    <a:pt x="115451" y="0"/>
                  </a:moveTo>
                  <a:lnTo>
                    <a:pt x="900548" y="0"/>
                  </a:lnTo>
                  <a:cubicBezTo>
                    <a:pt x="964310" y="0"/>
                    <a:pt x="1015999" y="51689"/>
                    <a:pt x="1015999" y="115451"/>
                  </a:cubicBezTo>
                  <a:lnTo>
                    <a:pt x="1015999" y="115451"/>
                  </a:lnTo>
                  <a:cubicBezTo>
                    <a:pt x="1015999" y="179213"/>
                    <a:pt x="964310" y="230903"/>
                    <a:pt x="900548" y="230903"/>
                  </a:cubicBezTo>
                  <a:lnTo>
                    <a:pt x="115451" y="230903"/>
                  </a:lnTo>
                  <a:cubicBezTo>
                    <a:pt x="51689" y="230903"/>
                    <a:pt x="0" y="179213"/>
                    <a:pt x="0" y="115451"/>
                  </a:cubicBezTo>
                  <a:lnTo>
                    <a:pt x="0" y="115451"/>
                  </a:lnTo>
                  <a:cubicBezTo>
                    <a:pt x="0" y="51689"/>
                    <a:pt x="51689" y="0"/>
                    <a:pt x="115451" y="0"/>
                  </a:cubicBezTo>
                  <a:close/>
                </a:path>
              </a:pathLst>
            </a:custGeom>
            <a:solidFill>
              <a:srgbClr val="E1A45C"/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015999" cy="269003"/>
            </a:xfrm>
            <a:prstGeom prst="rect">
              <a:avLst/>
            </a:prstGeom>
          </p:spPr>
          <p:txBody>
            <a:bodyPr anchor="ctr" rtlCol="false" tIns="61680" lIns="61680" bIns="61680" rIns="61680"/>
            <a:lstStyle/>
            <a:p>
              <a:pPr algn="ctr">
                <a:lnSpc>
                  <a:spcPts val="2660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71054" y="3240677"/>
            <a:ext cx="2350433" cy="2257169"/>
            <a:chOff x="0" y="0"/>
            <a:chExt cx="846384" cy="812800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blipFill>
              <a:blip r:embed="rId7"/>
              <a:stretch>
                <a:fillRect l="0" t="-28147" r="0" b="-28147"/>
              </a:stretch>
            </a:blip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7886211" y="3240677"/>
            <a:ext cx="2350433" cy="2257169"/>
            <a:chOff x="0" y="0"/>
            <a:chExt cx="846384" cy="812800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blipFill>
              <a:blip r:embed="rId8"/>
              <a:stretch>
                <a:fillRect l="0" t="-28147" r="0" b="-28147"/>
              </a:stretch>
            </a:blip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2470568" y="6695121"/>
            <a:ext cx="2350433" cy="2257169"/>
            <a:chOff x="0" y="0"/>
            <a:chExt cx="846384" cy="81280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blipFill>
              <a:blip r:embed="rId9"/>
              <a:stretch>
                <a:fillRect l="0" t="-2065" r="0" b="-2065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2434693" y="3240677"/>
            <a:ext cx="2350433" cy="2257169"/>
            <a:chOff x="0" y="0"/>
            <a:chExt cx="846384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blipFill>
              <a:blip r:embed="rId10"/>
              <a:stretch>
                <a:fillRect l="0" t="-2065" r="0" b="-54131"/>
              </a:stretch>
            </a:blip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3306928" y="6695121"/>
            <a:ext cx="2350433" cy="2257169"/>
            <a:chOff x="0" y="0"/>
            <a:chExt cx="846384" cy="81280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blipFill>
              <a:blip r:embed="rId11"/>
              <a:stretch>
                <a:fillRect l="-13443" t="-27143" r="-29" b="-50210"/>
              </a:stretch>
            </a:blip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7922085" y="6695121"/>
            <a:ext cx="2350433" cy="2257169"/>
            <a:chOff x="0" y="0"/>
            <a:chExt cx="846384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blipFill>
              <a:blip r:embed="rId12"/>
              <a:stretch>
                <a:fillRect l="0" t="-2065" r="0" b="-2065"/>
              </a:stretch>
            </a:blipFill>
          </p:spPr>
        </p:sp>
      </p:grpSp>
      <p:sp>
        <p:nvSpPr>
          <p:cNvPr name="TextBox 26" id="26"/>
          <p:cNvSpPr txBox="true"/>
          <p:nvPr/>
        </p:nvSpPr>
        <p:spPr>
          <a:xfrm rot="0">
            <a:off x="9707913" y="2048324"/>
            <a:ext cx="3641262" cy="4969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044"/>
              </a:lnSpc>
              <a:spcBef>
                <a:spcPct val="0"/>
              </a:spcBef>
            </a:pPr>
            <a:r>
              <a:rPr lang="en-US" b="true" sz="2889" spc="-115">
                <a:solidFill>
                  <a:srgbClr val="392208"/>
                </a:solidFill>
                <a:latin typeface="Aileron Bold"/>
                <a:ea typeface="Aileron Bold"/>
                <a:cs typeface="Aileron Bold"/>
                <a:sym typeface="Aileron Bold"/>
              </a:rPr>
              <a:t>Meet Team NAME</a:t>
            </a:r>
          </a:p>
        </p:txBody>
      </p:sp>
      <p:grpSp>
        <p:nvGrpSpPr>
          <p:cNvPr name="Group 27" id="27"/>
          <p:cNvGrpSpPr/>
          <p:nvPr/>
        </p:nvGrpSpPr>
        <p:grpSpPr>
          <a:xfrm rot="0">
            <a:off x="6578925" y="293557"/>
            <a:ext cx="5592240" cy="1116504"/>
            <a:chOff x="0" y="0"/>
            <a:chExt cx="7456320" cy="1488672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1762237" y="312864"/>
              <a:ext cx="5550572" cy="623281"/>
            </a:xfrm>
            <a:custGeom>
              <a:avLst/>
              <a:gdLst/>
              <a:ahLst/>
              <a:cxnLst/>
              <a:rect r="r" b="b" t="t" l="l"/>
              <a:pathLst>
                <a:path h="623281" w="5550572">
                  <a:moveTo>
                    <a:pt x="0" y="0"/>
                  </a:moveTo>
                  <a:lnTo>
                    <a:pt x="5550572" y="0"/>
                  </a:lnTo>
                  <a:lnTo>
                    <a:pt x="5550572" y="623281"/>
                  </a:lnTo>
                  <a:lnTo>
                    <a:pt x="0" y="62328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0"/>
              </a:stretch>
            </a:blipFill>
          </p:spPr>
        </p:sp>
        <p:sp>
          <p:nvSpPr>
            <p:cNvPr name="TextBox 29" id="29"/>
            <p:cNvSpPr txBox="true"/>
            <p:nvPr/>
          </p:nvSpPr>
          <p:spPr>
            <a:xfrm rot="0">
              <a:off x="1762237" y="878995"/>
              <a:ext cx="5694082" cy="60967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848"/>
                </a:lnSpc>
              </a:pPr>
              <a:r>
                <a:rPr lang="en-US" sz="2749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866397" cy="1437172"/>
            </a:xfrm>
            <a:custGeom>
              <a:avLst/>
              <a:gdLst/>
              <a:ahLst/>
              <a:cxnLst/>
              <a:rect r="r" b="b" t="t" l="l"/>
              <a:pathLst>
                <a:path h="1437172" w="1866397">
                  <a:moveTo>
                    <a:pt x="0" y="0"/>
                  </a:moveTo>
                  <a:lnTo>
                    <a:pt x="1866397" y="0"/>
                  </a:lnTo>
                  <a:lnTo>
                    <a:pt x="1866397" y="1437172"/>
                  </a:lnTo>
                  <a:lnTo>
                    <a:pt x="0" y="14371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-29865"/>
              </a:stretch>
            </a:blipFill>
          </p:spPr>
        </p:sp>
        <p:sp>
          <p:nvSpPr>
            <p:cNvPr name="AutoShape 31" id="31"/>
            <p:cNvSpPr/>
            <p:nvPr/>
          </p:nvSpPr>
          <p:spPr>
            <a:xfrm flipH="true" flipV="true">
              <a:off x="770135" y="551905"/>
              <a:ext cx="163064" cy="243075"/>
            </a:xfrm>
            <a:prstGeom prst="line">
              <a:avLst/>
            </a:prstGeom>
            <a:ln cap="flat" w="9776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2" id="32"/>
            <p:cNvSpPr/>
            <p:nvPr/>
          </p:nvSpPr>
          <p:spPr>
            <a:xfrm flipH="true">
              <a:off x="933198" y="551905"/>
              <a:ext cx="163575" cy="243075"/>
            </a:xfrm>
            <a:prstGeom prst="line">
              <a:avLst/>
            </a:prstGeom>
            <a:ln cap="flat" w="9776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3" id="33"/>
            <p:cNvSpPr/>
            <p:nvPr/>
          </p:nvSpPr>
          <p:spPr>
            <a:xfrm flipH="true" flipV="true">
              <a:off x="286619" y="440103"/>
              <a:ext cx="646579" cy="932379"/>
            </a:xfrm>
            <a:prstGeom prst="line">
              <a:avLst/>
            </a:prstGeom>
            <a:ln cap="flat" w="9776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4" id="34"/>
            <p:cNvSpPr/>
            <p:nvPr/>
          </p:nvSpPr>
          <p:spPr>
            <a:xfrm flipH="true">
              <a:off x="933198" y="473759"/>
              <a:ext cx="626623" cy="898723"/>
            </a:xfrm>
            <a:prstGeom prst="line">
              <a:avLst/>
            </a:prstGeom>
            <a:ln cap="flat" w="9776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-1705962" y="-1138198"/>
            <a:ext cx="4029321" cy="3869440"/>
            <a:chOff x="0" y="0"/>
            <a:chExt cx="846384" cy="81280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37" id="37"/>
            <p:cNvSpPr txBox="true"/>
            <p:nvPr/>
          </p:nvSpPr>
          <p:spPr>
            <a:xfrm>
              <a:off x="79348" y="28575"/>
              <a:ext cx="687687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3349175" y="-4139996"/>
            <a:ext cx="6999673" cy="8014298"/>
            <a:chOff x="0" y="0"/>
            <a:chExt cx="9332898" cy="10685731"/>
          </a:xfrm>
        </p:grpSpPr>
        <p:grpSp>
          <p:nvGrpSpPr>
            <p:cNvPr name="Group 39" id="39"/>
            <p:cNvGrpSpPr/>
            <p:nvPr/>
          </p:nvGrpSpPr>
          <p:grpSpPr>
            <a:xfrm rot="0">
              <a:off x="0" y="0"/>
              <a:ext cx="9332898" cy="9332898"/>
              <a:chOff x="0" y="0"/>
              <a:chExt cx="812800" cy="812800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" cap="sq">
                <a:solidFill>
                  <a:srgbClr val="E1A45C">
                    <a:alpha val="49804"/>
                  </a:srgbClr>
                </a:solidFill>
                <a:prstDash val="solid"/>
                <a:miter/>
              </a:ln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499"/>
                  </a:lnSpc>
                </a:pPr>
              </a:p>
            </p:txBody>
          </p:sp>
        </p:grpSp>
        <p:grpSp>
          <p:nvGrpSpPr>
            <p:cNvPr name="Group 42" id="42"/>
            <p:cNvGrpSpPr/>
            <p:nvPr/>
          </p:nvGrpSpPr>
          <p:grpSpPr>
            <a:xfrm rot="0">
              <a:off x="5509811" y="8620487"/>
              <a:ext cx="2150578" cy="2065244"/>
              <a:chOff x="0" y="0"/>
              <a:chExt cx="846384" cy="812800"/>
            </a:xfrm>
          </p:grpSpPr>
          <p:sp>
            <p:nvSpPr>
              <p:cNvPr name="Freeform 43" id="43"/>
              <p:cNvSpPr/>
              <p:nvPr/>
            </p:nvSpPr>
            <p:spPr>
              <a:xfrm flipH="false" flipV="false" rot="0">
                <a:off x="0" y="0"/>
                <a:ext cx="846384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46384">
                    <a:moveTo>
                      <a:pt x="423192" y="0"/>
                    </a:moveTo>
                    <a:cubicBezTo>
                      <a:pt x="189470" y="0"/>
                      <a:pt x="0" y="181951"/>
                      <a:pt x="0" y="406400"/>
                    </a:cubicBezTo>
                    <a:cubicBezTo>
                      <a:pt x="0" y="630849"/>
                      <a:pt x="189470" y="812800"/>
                      <a:pt x="423192" y="812800"/>
                    </a:cubicBezTo>
                    <a:cubicBezTo>
                      <a:pt x="656914" y="812800"/>
                      <a:pt x="846384" y="630849"/>
                      <a:pt x="846384" y="406400"/>
                    </a:cubicBezTo>
                    <a:cubicBezTo>
                      <a:pt x="846384" y="181951"/>
                      <a:pt x="656914" y="0"/>
                      <a:pt x="423192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9525" cap="sq">
                <a:solidFill>
                  <a:srgbClr val="E1A45C">
                    <a:alpha val="49804"/>
                  </a:srgbClr>
                </a:solidFill>
                <a:prstDash val="solid"/>
                <a:miter/>
              </a:ln>
            </p:spPr>
          </p:sp>
          <p:sp>
            <p:nvSpPr>
              <p:cNvPr name="TextBox 44" id="44"/>
              <p:cNvSpPr txBox="true"/>
              <p:nvPr/>
            </p:nvSpPr>
            <p:spPr>
              <a:xfrm>
                <a:off x="79348" y="28575"/>
                <a:ext cx="687687" cy="7080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3499"/>
                  </a:lnSpc>
                </a:pPr>
              </a:p>
            </p:txBody>
          </p:sp>
        </p:grpSp>
      </p:grpSp>
      <p:grpSp>
        <p:nvGrpSpPr>
          <p:cNvPr name="Group 45" id="45"/>
          <p:cNvGrpSpPr/>
          <p:nvPr/>
        </p:nvGrpSpPr>
        <p:grpSpPr>
          <a:xfrm rot="0">
            <a:off x="15309439" y="9258300"/>
            <a:ext cx="2525376" cy="2425171"/>
            <a:chOff x="0" y="0"/>
            <a:chExt cx="846384" cy="81280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7" id="47"/>
            <p:cNvSpPr txBox="true"/>
            <p:nvPr/>
          </p:nvSpPr>
          <p:spPr>
            <a:xfrm>
              <a:off x="79348" y="28575"/>
              <a:ext cx="687687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3373334" y="8952290"/>
            <a:ext cx="2217621" cy="673787"/>
            <a:chOff x="0" y="0"/>
            <a:chExt cx="2956828" cy="898383"/>
          </a:xfrm>
        </p:grpSpPr>
        <p:sp>
          <p:nvSpPr>
            <p:cNvPr name="TextBox 49" id="49"/>
            <p:cNvSpPr txBox="true"/>
            <p:nvPr/>
          </p:nvSpPr>
          <p:spPr>
            <a:xfrm rot="0">
              <a:off x="0" y="9525"/>
              <a:ext cx="2956828" cy="468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06"/>
                </a:lnSpc>
              </a:pPr>
              <a:r>
                <a:rPr lang="en-US" b="true" sz="2390" spc="-153">
                  <a:solidFill>
                    <a:srgbClr val="F9FBFF"/>
                  </a:solidFill>
                  <a:latin typeface="Cy Grotesk Key Semi-Bold"/>
                  <a:ea typeface="Cy Grotesk Key Semi-Bold"/>
                  <a:cs typeface="Cy Grotesk Key Semi-Bold"/>
                  <a:sym typeface="Cy Grotesk Key Semi-Bold"/>
                </a:rPr>
                <a:t>Member 4</a:t>
              </a:r>
            </a:p>
          </p:txBody>
        </p:sp>
        <p:sp>
          <p:nvSpPr>
            <p:cNvPr name="TextBox 50" id="50"/>
            <p:cNvSpPr txBox="true"/>
            <p:nvPr/>
          </p:nvSpPr>
          <p:spPr>
            <a:xfrm rot="0">
              <a:off x="540108" y="524103"/>
              <a:ext cx="1876613" cy="3742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spc="-67">
                  <a:solidFill>
                    <a:srgbClr val="F9FBFF"/>
                  </a:solidFill>
                  <a:latin typeface="Aileron"/>
                  <a:ea typeface="Aileron"/>
                  <a:cs typeface="Aileron"/>
                  <a:sym typeface="Aileron"/>
                </a:rPr>
                <a:t>Responsibility</a:t>
              </a:r>
            </a:p>
          </p:txBody>
        </p:sp>
      </p:grpSp>
      <p:sp>
        <p:nvSpPr>
          <p:cNvPr name="TextBox 51" id="51"/>
          <p:cNvSpPr txBox="true"/>
          <p:nvPr/>
        </p:nvSpPr>
        <p:spPr>
          <a:xfrm rot="0">
            <a:off x="5371358" y="1833867"/>
            <a:ext cx="4177280" cy="9210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52"/>
              </a:lnSpc>
            </a:pPr>
            <a:r>
              <a:rPr lang="en-US" b="true" sz="7183" spc="-459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Our Team</a:t>
            </a:r>
          </a:p>
        </p:txBody>
      </p:sp>
      <p:grpSp>
        <p:nvGrpSpPr>
          <p:cNvPr name="Group 52" id="52"/>
          <p:cNvGrpSpPr/>
          <p:nvPr/>
        </p:nvGrpSpPr>
        <p:grpSpPr>
          <a:xfrm rot="0">
            <a:off x="3306928" y="5650247"/>
            <a:ext cx="2217621" cy="673787"/>
            <a:chOff x="0" y="0"/>
            <a:chExt cx="2956828" cy="898383"/>
          </a:xfrm>
        </p:grpSpPr>
        <p:sp>
          <p:nvSpPr>
            <p:cNvPr name="TextBox 53" id="53"/>
            <p:cNvSpPr txBox="true"/>
            <p:nvPr/>
          </p:nvSpPr>
          <p:spPr>
            <a:xfrm rot="0">
              <a:off x="0" y="9525"/>
              <a:ext cx="2956828" cy="468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06"/>
                </a:lnSpc>
              </a:pPr>
              <a:r>
                <a:rPr lang="en-US" b="true" sz="2390" spc="-153">
                  <a:solidFill>
                    <a:srgbClr val="F9FBFF"/>
                  </a:solidFill>
                  <a:latin typeface="Cy Grotesk Key Semi-Bold"/>
                  <a:ea typeface="Cy Grotesk Key Semi-Bold"/>
                  <a:cs typeface="Cy Grotesk Key Semi-Bold"/>
                  <a:sym typeface="Cy Grotesk Key Semi-Bold"/>
                </a:rPr>
                <a:t>Member 1</a:t>
              </a:r>
            </a:p>
          </p:txBody>
        </p:sp>
        <p:sp>
          <p:nvSpPr>
            <p:cNvPr name="TextBox 54" id="54"/>
            <p:cNvSpPr txBox="true"/>
            <p:nvPr/>
          </p:nvSpPr>
          <p:spPr>
            <a:xfrm rot="0">
              <a:off x="540108" y="524103"/>
              <a:ext cx="1876613" cy="3742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spc="-67">
                  <a:solidFill>
                    <a:srgbClr val="F9FBFF"/>
                  </a:solidFill>
                  <a:latin typeface="Aileron"/>
                  <a:ea typeface="Aileron"/>
                  <a:cs typeface="Aileron"/>
                  <a:sym typeface="Aileron"/>
                </a:rPr>
                <a:t>Responsibility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7952617" y="5678434"/>
            <a:ext cx="2217621" cy="673787"/>
            <a:chOff x="0" y="0"/>
            <a:chExt cx="2956828" cy="898383"/>
          </a:xfrm>
        </p:grpSpPr>
        <p:sp>
          <p:nvSpPr>
            <p:cNvPr name="TextBox 56" id="56"/>
            <p:cNvSpPr txBox="true"/>
            <p:nvPr/>
          </p:nvSpPr>
          <p:spPr>
            <a:xfrm rot="0">
              <a:off x="0" y="9525"/>
              <a:ext cx="2956828" cy="468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06"/>
                </a:lnSpc>
              </a:pPr>
              <a:r>
                <a:rPr lang="en-US" b="true" sz="2390" spc="-153">
                  <a:solidFill>
                    <a:srgbClr val="F9FBFF"/>
                  </a:solidFill>
                  <a:latin typeface="Cy Grotesk Key Semi-Bold"/>
                  <a:ea typeface="Cy Grotesk Key Semi-Bold"/>
                  <a:cs typeface="Cy Grotesk Key Semi-Bold"/>
                  <a:sym typeface="Cy Grotesk Key Semi-Bold"/>
                </a:rPr>
                <a:t>Member 2</a:t>
              </a:r>
            </a:p>
          </p:txBody>
        </p:sp>
        <p:sp>
          <p:nvSpPr>
            <p:cNvPr name="TextBox 57" id="57"/>
            <p:cNvSpPr txBox="true"/>
            <p:nvPr/>
          </p:nvSpPr>
          <p:spPr>
            <a:xfrm rot="0">
              <a:off x="540108" y="524103"/>
              <a:ext cx="1876613" cy="3742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spc="-67">
                  <a:solidFill>
                    <a:srgbClr val="F9FBFF"/>
                  </a:solidFill>
                  <a:latin typeface="Aileron"/>
                  <a:ea typeface="Aileron"/>
                  <a:cs typeface="Aileron"/>
                  <a:sym typeface="Aileron"/>
                </a:rPr>
                <a:t>Responsibility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2522101" y="5641434"/>
            <a:ext cx="2217621" cy="673787"/>
            <a:chOff x="0" y="0"/>
            <a:chExt cx="2956828" cy="898383"/>
          </a:xfrm>
        </p:grpSpPr>
        <p:sp>
          <p:nvSpPr>
            <p:cNvPr name="TextBox 59" id="59"/>
            <p:cNvSpPr txBox="true"/>
            <p:nvPr/>
          </p:nvSpPr>
          <p:spPr>
            <a:xfrm rot="0">
              <a:off x="0" y="9525"/>
              <a:ext cx="2956828" cy="468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06"/>
                </a:lnSpc>
              </a:pPr>
              <a:r>
                <a:rPr lang="en-US" b="true" sz="2390" spc="-153">
                  <a:solidFill>
                    <a:srgbClr val="F9FBFF"/>
                  </a:solidFill>
                  <a:latin typeface="Cy Grotesk Key Semi-Bold"/>
                  <a:ea typeface="Cy Grotesk Key Semi-Bold"/>
                  <a:cs typeface="Cy Grotesk Key Semi-Bold"/>
                  <a:sym typeface="Cy Grotesk Key Semi-Bold"/>
                </a:rPr>
                <a:t>Member 3</a:t>
              </a:r>
            </a:p>
          </p:txBody>
        </p:sp>
        <p:sp>
          <p:nvSpPr>
            <p:cNvPr name="TextBox 60" id="60"/>
            <p:cNvSpPr txBox="true"/>
            <p:nvPr/>
          </p:nvSpPr>
          <p:spPr>
            <a:xfrm rot="0">
              <a:off x="540108" y="524103"/>
              <a:ext cx="1876613" cy="3742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spc="-67">
                  <a:solidFill>
                    <a:srgbClr val="F9FBFF"/>
                  </a:solidFill>
                  <a:latin typeface="Aileron"/>
                  <a:ea typeface="Aileron"/>
                  <a:cs typeface="Aileron"/>
                  <a:sym typeface="Aileron"/>
                </a:rPr>
                <a:t>Responsibility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7988491" y="8952290"/>
            <a:ext cx="2217621" cy="673787"/>
            <a:chOff x="0" y="0"/>
            <a:chExt cx="2956828" cy="898383"/>
          </a:xfrm>
        </p:grpSpPr>
        <p:sp>
          <p:nvSpPr>
            <p:cNvPr name="TextBox 62" id="62"/>
            <p:cNvSpPr txBox="true"/>
            <p:nvPr/>
          </p:nvSpPr>
          <p:spPr>
            <a:xfrm rot="0">
              <a:off x="0" y="9525"/>
              <a:ext cx="2956828" cy="468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06"/>
                </a:lnSpc>
              </a:pPr>
              <a:r>
                <a:rPr lang="en-US" b="true" sz="2390" spc="-153">
                  <a:solidFill>
                    <a:srgbClr val="F9FBFF"/>
                  </a:solidFill>
                  <a:latin typeface="Cy Grotesk Key Semi-Bold"/>
                  <a:ea typeface="Cy Grotesk Key Semi-Bold"/>
                  <a:cs typeface="Cy Grotesk Key Semi-Bold"/>
                  <a:sym typeface="Cy Grotesk Key Semi-Bold"/>
                </a:rPr>
                <a:t>Member 5</a:t>
              </a:r>
            </a:p>
          </p:txBody>
        </p:sp>
        <p:sp>
          <p:nvSpPr>
            <p:cNvPr name="TextBox 63" id="63"/>
            <p:cNvSpPr txBox="true"/>
            <p:nvPr/>
          </p:nvSpPr>
          <p:spPr>
            <a:xfrm rot="0">
              <a:off x="540108" y="524103"/>
              <a:ext cx="1876613" cy="3742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spc="-67">
                  <a:solidFill>
                    <a:srgbClr val="F9FBFF"/>
                  </a:solidFill>
                  <a:latin typeface="Aileron"/>
                  <a:ea typeface="Aileron"/>
                  <a:cs typeface="Aileron"/>
                  <a:sym typeface="Aileron"/>
                </a:rPr>
                <a:t>Responsibility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12536973" y="8952290"/>
            <a:ext cx="2217621" cy="673787"/>
            <a:chOff x="0" y="0"/>
            <a:chExt cx="2956828" cy="898383"/>
          </a:xfrm>
        </p:grpSpPr>
        <p:sp>
          <p:nvSpPr>
            <p:cNvPr name="TextBox 65" id="65"/>
            <p:cNvSpPr txBox="true"/>
            <p:nvPr/>
          </p:nvSpPr>
          <p:spPr>
            <a:xfrm rot="0">
              <a:off x="0" y="9525"/>
              <a:ext cx="2956828" cy="46879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606"/>
                </a:lnSpc>
              </a:pPr>
              <a:r>
                <a:rPr lang="en-US" b="true" sz="2390" spc="-153">
                  <a:solidFill>
                    <a:srgbClr val="F9FBFF"/>
                  </a:solidFill>
                  <a:latin typeface="Cy Grotesk Key Semi-Bold"/>
                  <a:ea typeface="Cy Grotesk Key Semi-Bold"/>
                  <a:cs typeface="Cy Grotesk Key Semi-Bold"/>
                  <a:sym typeface="Cy Grotesk Key Semi-Bold"/>
                </a:rPr>
                <a:t>Member 6</a:t>
              </a:r>
            </a:p>
          </p:txBody>
        </p:sp>
        <p:sp>
          <p:nvSpPr>
            <p:cNvPr name="TextBox 66" id="66"/>
            <p:cNvSpPr txBox="true"/>
            <p:nvPr/>
          </p:nvSpPr>
          <p:spPr>
            <a:xfrm rot="0">
              <a:off x="540108" y="524103"/>
              <a:ext cx="1876613" cy="37428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365"/>
                </a:lnSpc>
                <a:spcBef>
                  <a:spcPct val="0"/>
                </a:spcBef>
              </a:pPr>
              <a:r>
                <a:rPr lang="en-US" sz="1689" spc="-67">
                  <a:solidFill>
                    <a:srgbClr val="F9FBFF"/>
                  </a:solidFill>
                  <a:latin typeface="Aileron"/>
                  <a:ea typeface="Aileron"/>
                  <a:cs typeface="Aileron"/>
                  <a:sym typeface="Aileron"/>
                </a:rPr>
                <a:t>Responsibility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498041" y="6869982"/>
            <a:ext cx="1612933" cy="1548933"/>
            <a:chOff x="0" y="0"/>
            <a:chExt cx="846384" cy="812800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846384" cy="812800"/>
            </a:xfrm>
            <a:custGeom>
              <a:avLst/>
              <a:gdLst/>
              <a:ahLst/>
              <a:cxnLst/>
              <a:rect r="r" b="b" t="t" l="l"/>
              <a:pathLst>
                <a:path h="812800" w="846384">
                  <a:moveTo>
                    <a:pt x="423192" y="0"/>
                  </a:moveTo>
                  <a:cubicBezTo>
                    <a:pt x="189470" y="0"/>
                    <a:pt x="0" y="181951"/>
                    <a:pt x="0" y="406400"/>
                  </a:cubicBezTo>
                  <a:cubicBezTo>
                    <a:pt x="0" y="630849"/>
                    <a:pt x="189470" y="812800"/>
                    <a:pt x="423192" y="812800"/>
                  </a:cubicBezTo>
                  <a:cubicBezTo>
                    <a:pt x="656914" y="812800"/>
                    <a:pt x="846384" y="630849"/>
                    <a:pt x="846384" y="406400"/>
                  </a:cubicBezTo>
                  <a:cubicBezTo>
                    <a:pt x="846384" y="181951"/>
                    <a:pt x="656914" y="0"/>
                    <a:pt x="423192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69" id="69"/>
            <p:cNvSpPr txBox="true"/>
            <p:nvPr/>
          </p:nvSpPr>
          <p:spPr>
            <a:xfrm>
              <a:off x="79348" y="28575"/>
              <a:ext cx="687687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</p:spTree>
  </p:cSld>
  <p:clrMapOvr>
    <a:masterClrMapping/>
  </p:clrMapOvr>
  <p:transition spd="fast">
    <p:cover dir="d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786474" y="-1137797"/>
            <a:ext cx="8783123" cy="8783123"/>
          </a:xfrm>
          <a:custGeom>
            <a:avLst/>
            <a:gdLst/>
            <a:ahLst/>
            <a:cxnLst/>
            <a:rect r="r" b="b" t="t" l="l"/>
            <a:pathLst>
              <a:path h="8783123" w="8783123">
                <a:moveTo>
                  <a:pt x="0" y="0"/>
                </a:moveTo>
                <a:lnTo>
                  <a:pt x="8783123" y="0"/>
                </a:lnTo>
                <a:lnTo>
                  <a:pt x="8783123" y="8783123"/>
                </a:lnTo>
                <a:lnTo>
                  <a:pt x="0" y="878312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7198774">
            <a:off x="-3735427" y="-6218490"/>
            <a:ext cx="19632549" cy="19632549"/>
          </a:xfrm>
          <a:custGeom>
            <a:avLst/>
            <a:gdLst/>
            <a:ahLst/>
            <a:cxnLst/>
            <a:rect r="r" b="b" t="t" l="l"/>
            <a:pathLst>
              <a:path h="19632549" w="19632549">
                <a:moveTo>
                  <a:pt x="0" y="0"/>
                </a:moveTo>
                <a:lnTo>
                  <a:pt x="19632549" y="0"/>
                </a:lnTo>
                <a:lnTo>
                  <a:pt x="19632549" y="19632549"/>
                </a:lnTo>
                <a:lnTo>
                  <a:pt x="0" y="19632549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41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3564756"/>
            <a:ext cx="15663500" cy="6114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53"/>
              </a:lnSpc>
            </a:pPr>
            <a:r>
              <a:rPr lang="en-US" sz="3181" spc="-127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Technologies Used:</a:t>
            </a:r>
            <a:r>
              <a:rPr lang="en-US" sz="3181" spc="-127" b="true">
                <a:solidFill>
                  <a:srgbClr val="F9FBFF"/>
                </a:solidFill>
                <a:latin typeface="Aileron Bold"/>
                <a:ea typeface="Aileron Bold"/>
                <a:cs typeface="Aileron Bold"/>
                <a:sym typeface="Aileron Bold"/>
              </a:rPr>
              <a:t> </a:t>
            </a: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Mention programming languages, frameworks, hardware components.</a:t>
            </a:r>
          </a:p>
          <a:p>
            <a:pPr algn="l">
              <a:lnSpc>
                <a:spcPts val="4453"/>
              </a:lnSpc>
            </a:pPr>
          </a:p>
          <a:p>
            <a:pPr algn="l">
              <a:lnSpc>
                <a:spcPts val="4453"/>
              </a:lnSpc>
            </a:pPr>
            <a:r>
              <a:rPr lang="en-US" sz="3181" spc="-127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Implementation Process:</a:t>
            </a:r>
            <a:r>
              <a:rPr lang="en-US" sz="3181" spc="-127">
                <a:solidFill>
                  <a:srgbClr val="E1A45C"/>
                </a:solidFill>
                <a:latin typeface="Aileron"/>
                <a:ea typeface="Aileron"/>
                <a:cs typeface="Aileron"/>
                <a:sym typeface="Aileron"/>
              </a:rPr>
              <a:t> </a:t>
            </a: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Use flowcharts, images, or diagrams to illustrate how your prototype works.</a:t>
            </a:r>
          </a:p>
          <a:p>
            <a:pPr algn="l">
              <a:lnSpc>
                <a:spcPts val="4453"/>
              </a:lnSpc>
            </a:pPr>
          </a:p>
          <a:p>
            <a:pPr algn="l">
              <a:lnSpc>
                <a:spcPts val="4453"/>
              </a:lnSpc>
            </a:pPr>
            <a:r>
              <a:rPr lang="en-US" sz="3181" spc="-127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Proof of Implementation:</a:t>
            </a: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 Provide links to your GitHub repo, hardware schematics, or working prototype videos.</a:t>
            </a:r>
          </a:p>
          <a:p>
            <a:pPr algn="l">
              <a:lnSpc>
                <a:spcPts val="4453"/>
              </a:lnSpc>
            </a:pPr>
          </a:p>
          <a:p>
            <a:pPr algn="l">
              <a:lnSpc>
                <a:spcPts val="4453"/>
              </a:lnSpc>
            </a:pP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 </a:t>
            </a:r>
            <a:r>
              <a:rPr lang="en-US" b="true" sz="3181" spc="-127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Complexity Analysis:</a:t>
            </a: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 Briefly explain the computational or hardware complexity of your prototype.</a:t>
            </a:r>
          </a:p>
          <a:p>
            <a:pPr algn="l">
              <a:lnSpc>
                <a:spcPts val="4033"/>
              </a:lnSpc>
            </a:pPr>
          </a:p>
        </p:txBody>
      </p:sp>
      <p:grpSp>
        <p:nvGrpSpPr>
          <p:cNvPr name="Group 5" id="5"/>
          <p:cNvGrpSpPr/>
          <p:nvPr/>
        </p:nvGrpSpPr>
        <p:grpSpPr>
          <a:xfrm rot="0">
            <a:off x="-747539" y="8361909"/>
            <a:ext cx="4019759" cy="4019759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7" id="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431016" y="9022870"/>
            <a:ext cx="4019759" cy="4019759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0" id="10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028700" y="1085850"/>
            <a:ext cx="4082845" cy="815150"/>
            <a:chOff x="0" y="0"/>
            <a:chExt cx="5443793" cy="108686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1286594" y="228419"/>
              <a:ext cx="4052423" cy="455052"/>
            </a:xfrm>
            <a:custGeom>
              <a:avLst/>
              <a:gdLst/>
              <a:ahLst/>
              <a:cxnLst/>
              <a:rect r="r" b="b" t="t" l="l"/>
              <a:pathLst>
                <a:path h="455052" w="4052423">
                  <a:moveTo>
                    <a:pt x="0" y="0"/>
                  </a:moveTo>
                  <a:lnTo>
                    <a:pt x="4052423" y="0"/>
                  </a:lnTo>
                  <a:lnTo>
                    <a:pt x="4052423" y="455052"/>
                  </a:lnTo>
                  <a:lnTo>
                    <a:pt x="0" y="455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 rot="0">
              <a:off x="1286594" y="626321"/>
              <a:ext cx="4157199" cy="4605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0"/>
                </a:lnSpc>
              </a:pPr>
              <a:r>
                <a:rPr lang="en-US" sz="2007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62640" cy="1049266"/>
            </a:xfrm>
            <a:custGeom>
              <a:avLst/>
              <a:gdLst/>
              <a:ahLst/>
              <a:cxnLst/>
              <a:rect r="r" b="b" t="t" l="l"/>
              <a:pathLst>
                <a:path h="1049266" w="1362640">
                  <a:moveTo>
                    <a:pt x="0" y="0"/>
                  </a:moveTo>
                  <a:lnTo>
                    <a:pt x="1362640" y="0"/>
                  </a:lnTo>
                  <a:lnTo>
                    <a:pt x="1362640" y="1049266"/>
                  </a:lnTo>
                  <a:lnTo>
                    <a:pt x="0" y="1049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-29865"/>
              </a:stretch>
            </a:blipFill>
          </p:spPr>
        </p:sp>
        <p:sp>
          <p:nvSpPr>
            <p:cNvPr name="AutoShape 15" id="15"/>
            <p:cNvSpPr/>
            <p:nvPr/>
          </p:nvSpPr>
          <p:spPr>
            <a:xfrm flipH="true" flipV="true">
              <a:off x="562269" y="402941"/>
              <a:ext cx="119051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 flipH="true">
              <a:off x="681320" y="402941"/>
              <a:ext cx="119425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 flipH="true" flipV="true">
              <a:off x="209258" y="321315"/>
              <a:ext cx="472062" cy="680721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 flipH="true">
              <a:off x="681320" y="345887"/>
              <a:ext cx="457492" cy="656150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9" id="19"/>
          <p:cNvGrpSpPr/>
          <p:nvPr/>
        </p:nvGrpSpPr>
        <p:grpSpPr>
          <a:xfrm rot="0">
            <a:off x="15642250" y="9258300"/>
            <a:ext cx="1617050" cy="1617050"/>
            <a:chOff x="0" y="0"/>
            <a:chExt cx="812800" cy="812800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22" id="22"/>
          <p:cNvSpPr txBox="true"/>
          <p:nvPr/>
        </p:nvSpPr>
        <p:spPr>
          <a:xfrm rot="0">
            <a:off x="1028700" y="2072450"/>
            <a:ext cx="12234291" cy="86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6723" spc="-430" b="true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TECHNICAL APPROACH</a:t>
            </a:r>
          </a:p>
        </p:txBody>
      </p:sp>
    </p:spTree>
  </p:cSld>
  <p:clrMapOvr>
    <a:masterClrMapping/>
  </p:clrMapOvr>
  <p:transition spd="slow">
    <p:cover dir="rd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1706729">
            <a:off x="11437825" y="1268193"/>
            <a:ext cx="8156157" cy="8156157"/>
          </a:xfrm>
          <a:custGeom>
            <a:avLst/>
            <a:gdLst/>
            <a:ahLst/>
            <a:cxnLst/>
            <a:rect r="r" b="b" t="t" l="l"/>
            <a:pathLst>
              <a:path h="8156157" w="8156157">
                <a:moveTo>
                  <a:pt x="0" y="0"/>
                </a:moveTo>
                <a:lnTo>
                  <a:pt x="8156157" y="0"/>
                </a:lnTo>
                <a:lnTo>
                  <a:pt x="8156157" y="8156156"/>
                </a:lnTo>
                <a:lnTo>
                  <a:pt x="0" y="815615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-5400000">
            <a:off x="-3708100" y="-400578"/>
            <a:ext cx="13695789" cy="13695789"/>
          </a:xfrm>
          <a:custGeom>
            <a:avLst/>
            <a:gdLst/>
            <a:ahLst/>
            <a:cxnLst/>
            <a:rect r="r" b="b" t="t" l="l"/>
            <a:pathLst>
              <a:path h="13695789" w="13695789">
                <a:moveTo>
                  <a:pt x="13695788" y="13695788"/>
                </a:moveTo>
                <a:lnTo>
                  <a:pt x="0" y="13695788"/>
                </a:lnTo>
                <a:lnTo>
                  <a:pt x="0" y="0"/>
                </a:lnTo>
                <a:lnTo>
                  <a:pt x="13695788" y="0"/>
                </a:lnTo>
                <a:lnTo>
                  <a:pt x="13695788" y="13695788"/>
                </a:lnTo>
                <a:close/>
              </a:path>
            </a:pathLst>
          </a:custGeom>
          <a:blipFill>
            <a:blip r:embed="rId4">
              <a:alphaModFix amt="51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2053400"/>
            <a:ext cx="12234291" cy="86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6723" spc="-430" b="true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PROJECT DEMONSTRATION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479709"/>
            <a:ext cx="15663500" cy="61142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53"/>
              </a:lnSpc>
            </a:pPr>
            <a:r>
              <a:rPr lang="en-US" sz="3181" spc="-127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Prototype Stage:</a:t>
            </a:r>
            <a:r>
              <a:rPr lang="en-US" sz="3181" spc="-127" b="true">
                <a:solidFill>
                  <a:srgbClr val="F9FBFF"/>
                </a:solidFill>
                <a:latin typeface="Aileron Bold"/>
                <a:ea typeface="Aileron Bold"/>
                <a:cs typeface="Aileron Bold"/>
                <a:sym typeface="Aileron Bold"/>
              </a:rPr>
              <a:t> </a:t>
            </a: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Indicate if your prototype is a proof-of-concept, functional model, or production-ready.</a:t>
            </a:r>
          </a:p>
          <a:p>
            <a:pPr algn="l">
              <a:lnSpc>
                <a:spcPts val="4453"/>
              </a:lnSpc>
            </a:pPr>
            <a:r>
              <a:rPr lang="en-US" sz="3181" spc="-127" b="true">
                <a:solidFill>
                  <a:srgbClr val="F9FBFF"/>
                </a:solidFill>
                <a:latin typeface="Aileron Bold"/>
                <a:ea typeface="Aileron Bold"/>
                <a:cs typeface="Aileron Bold"/>
                <a:sym typeface="Aileron Bold"/>
              </a:rPr>
              <a:t> </a:t>
            </a:r>
          </a:p>
          <a:p>
            <a:pPr algn="l">
              <a:lnSpc>
                <a:spcPts val="4453"/>
              </a:lnSpc>
            </a:pPr>
            <a:r>
              <a:rPr lang="en-US" sz="3181" spc="-127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Live Demonstration:</a:t>
            </a:r>
            <a:r>
              <a:rPr lang="en-US" sz="3181" spc="-127" b="true">
                <a:solidFill>
                  <a:srgbClr val="F9FBFF"/>
                </a:solidFill>
                <a:latin typeface="Aileron Bold"/>
                <a:ea typeface="Aileron Bold"/>
                <a:cs typeface="Aileron Bold"/>
                <a:sym typeface="Aileron Bold"/>
              </a:rPr>
              <a:t> </a:t>
            </a: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If possible, showcase the prototype in action instead of just screenshots.</a:t>
            </a:r>
          </a:p>
          <a:p>
            <a:pPr algn="l">
              <a:lnSpc>
                <a:spcPts val="4453"/>
              </a:lnSpc>
            </a:pPr>
          </a:p>
          <a:p>
            <a:pPr algn="l">
              <a:lnSpc>
                <a:spcPts val="4453"/>
              </a:lnSpc>
            </a:pPr>
            <a:r>
              <a:rPr lang="en-US" sz="3181" spc="-127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Error Handling &amp; Edge Cases: </a:t>
            </a: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Demonstrate how your system handles unexpected inputs or failures.</a:t>
            </a:r>
          </a:p>
          <a:p>
            <a:pPr algn="l">
              <a:lnSpc>
                <a:spcPts val="4453"/>
              </a:lnSpc>
            </a:pPr>
          </a:p>
          <a:p>
            <a:pPr algn="l">
              <a:lnSpc>
                <a:spcPts val="4453"/>
              </a:lnSpc>
            </a:pPr>
            <a:r>
              <a:rPr lang="en-US" sz="3181" spc="-127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Hardware-Software Integration: </a:t>
            </a:r>
            <a:r>
              <a:rPr lang="en-US" sz="3181" spc="-127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Show proof if your project involves both hardware and software.</a:t>
            </a:r>
          </a:p>
          <a:p>
            <a:pPr algn="l">
              <a:lnSpc>
                <a:spcPts val="4033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-1024759" y="0"/>
            <a:ext cx="3159989" cy="3159989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F9FB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28700" y="1076325"/>
            <a:ext cx="4082845" cy="815150"/>
            <a:chOff x="0" y="0"/>
            <a:chExt cx="5443793" cy="1086866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1286594" y="228419"/>
              <a:ext cx="4052423" cy="455052"/>
            </a:xfrm>
            <a:custGeom>
              <a:avLst/>
              <a:gdLst/>
              <a:ahLst/>
              <a:cxnLst/>
              <a:rect r="r" b="b" t="t" l="l"/>
              <a:pathLst>
                <a:path h="455052" w="4052423">
                  <a:moveTo>
                    <a:pt x="0" y="0"/>
                  </a:moveTo>
                  <a:lnTo>
                    <a:pt x="4052423" y="0"/>
                  </a:lnTo>
                  <a:lnTo>
                    <a:pt x="4052423" y="455052"/>
                  </a:lnTo>
                  <a:lnTo>
                    <a:pt x="0" y="455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0"/>
              </a:stretch>
            </a:blipFill>
          </p:spPr>
        </p:sp>
        <p:sp>
          <p:nvSpPr>
            <p:cNvPr name="TextBox 11" id="11"/>
            <p:cNvSpPr txBox="true"/>
            <p:nvPr/>
          </p:nvSpPr>
          <p:spPr>
            <a:xfrm rot="0">
              <a:off x="1286594" y="626321"/>
              <a:ext cx="4157199" cy="4605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0"/>
                </a:lnSpc>
              </a:pPr>
              <a:r>
                <a:rPr lang="en-US" sz="2007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62640" cy="1049266"/>
            </a:xfrm>
            <a:custGeom>
              <a:avLst/>
              <a:gdLst/>
              <a:ahLst/>
              <a:cxnLst/>
              <a:rect r="r" b="b" t="t" l="l"/>
              <a:pathLst>
                <a:path h="1049266" w="1362640">
                  <a:moveTo>
                    <a:pt x="0" y="0"/>
                  </a:moveTo>
                  <a:lnTo>
                    <a:pt x="1362640" y="0"/>
                  </a:lnTo>
                  <a:lnTo>
                    <a:pt x="1362640" y="1049266"/>
                  </a:lnTo>
                  <a:lnTo>
                    <a:pt x="0" y="1049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0" b="-29865"/>
              </a:stretch>
            </a:blipFill>
          </p:spPr>
        </p:sp>
        <p:sp>
          <p:nvSpPr>
            <p:cNvPr name="AutoShape 13" id="13"/>
            <p:cNvSpPr/>
            <p:nvPr/>
          </p:nvSpPr>
          <p:spPr>
            <a:xfrm flipH="true" flipV="true">
              <a:off x="562269" y="402941"/>
              <a:ext cx="119051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4" id="14"/>
            <p:cNvSpPr/>
            <p:nvPr/>
          </p:nvSpPr>
          <p:spPr>
            <a:xfrm flipH="true">
              <a:off x="681320" y="402941"/>
              <a:ext cx="119425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5" id="15"/>
            <p:cNvSpPr/>
            <p:nvPr/>
          </p:nvSpPr>
          <p:spPr>
            <a:xfrm flipH="true" flipV="true">
              <a:off x="209258" y="321315"/>
              <a:ext cx="472062" cy="680721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6" id="16"/>
            <p:cNvSpPr/>
            <p:nvPr/>
          </p:nvSpPr>
          <p:spPr>
            <a:xfrm flipH="true">
              <a:off x="681320" y="345887"/>
              <a:ext cx="457492" cy="656150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17" id="17"/>
          <p:cNvGrpSpPr/>
          <p:nvPr/>
        </p:nvGrpSpPr>
        <p:grpSpPr>
          <a:xfrm rot="0">
            <a:off x="854707" y="9593963"/>
            <a:ext cx="1280523" cy="1280523"/>
            <a:chOff x="0" y="0"/>
            <a:chExt cx="812800" cy="8128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F9FB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543216" y="7820494"/>
            <a:ext cx="3193156" cy="3193156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F9FBFF">
                  <a:alpha val="31765"/>
                </a:srgbClr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</p:spTree>
  </p:cSld>
  <p:clrMapOvr>
    <a:masterClrMapping/>
  </p:clrMapOvr>
  <p:transition spd="fast">
    <p:cover dir="d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154164" y="-1032879"/>
            <a:ext cx="6840871" cy="6840871"/>
          </a:xfrm>
          <a:custGeom>
            <a:avLst/>
            <a:gdLst/>
            <a:ahLst/>
            <a:cxnLst/>
            <a:rect r="r" b="b" t="t" l="l"/>
            <a:pathLst>
              <a:path h="6840871" w="6840871">
                <a:moveTo>
                  <a:pt x="0" y="0"/>
                </a:moveTo>
                <a:lnTo>
                  <a:pt x="6840871" y="0"/>
                </a:lnTo>
                <a:lnTo>
                  <a:pt x="6840871" y="6840871"/>
                </a:lnTo>
                <a:lnTo>
                  <a:pt x="0" y="684087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8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-5400000">
            <a:off x="-3708100" y="-400578"/>
            <a:ext cx="13695789" cy="13695789"/>
          </a:xfrm>
          <a:custGeom>
            <a:avLst/>
            <a:gdLst/>
            <a:ahLst/>
            <a:cxnLst/>
            <a:rect r="r" b="b" t="t" l="l"/>
            <a:pathLst>
              <a:path h="13695789" w="13695789">
                <a:moveTo>
                  <a:pt x="13695788" y="13695788"/>
                </a:moveTo>
                <a:lnTo>
                  <a:pt x="0" y="13695788"/>
                </a:lnTo>
                <a:lnTo>
                  <a:pt x="0" y="0"/>
                </a:lnTo>
                <a:lnTo>
                  <a:pt x="13695788" y="0"/>
                </a:lnTo>
                <a:lnTo>
                  <a:pt x="13695788" y="13695788"/>
                </a:lnTo>
                <a:close/>
              </a:path>
            </a:pathLst>
          </a:custGeom>
          <a:blipFill>
            <a:blip r:embed="rId4">
              <a:alphaModFix amt="51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3192364" y="5758463"/>
            <a:ext cx="6999673" cy="6999673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F9FB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1447611" y="-4760242"/>
            <a:ext cx="8029323" cy="8029323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028700" y="4452799"/>
            <a:ext cx="5134123" cy="4368969"/>
            <a:chOff x="0" y="0"/>
            <a:chExt cx="1356655" cy="115446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356655" cy="1154468"/>
            </a:xfrm>
            <a:custGeom>
              <a:avLst/>
              <a:gdLst/>
              <a:ahLst/>
              <a:cxnLst/>
              <a:rect r="r" b="b" t="t" l="l"/>
              <a:pathLst>
                <a:path h="1154468" w="1356655">
                  <a:moveTo>
                    <a:pt x="69365" y="0"/>
                  </a:moveTo>
                  <a:lnTo>
                    <a:pt x="1287290" y="0"/>
                  </a:lnTo>
                  <a:cubicBezTo>
                    <a:pt x="1305687" y="0"/>
                    <a:pt x="1323330" y="7308"/>
                    <a:pt x="1336338" y="20317"/>
                  </a:cubicBezTo>
                  <a:cubicBezTo>
                    <a:pt x="1349347" y="33325"/>
                    <a:pt x="1356655" y="50968"/>
                    <a:pt x="1356655" y="69365"/>
                  </a:cubicBezTo>
                  <a:lnTo>
                    <a:pt x="1356655" y="1085103"/>
                  </a:lnTo>
                  <a:cubicBezTo>
                    <a:pt x="1356655" y="1103500"/>
                    <a:pt x="1349347" y="1121143"/>
                    <a:pt x="1336338" y="1134152"/>
                  </a:cubicBezTo>
                  <a:cubicBezTo>
                    <a:pt x="1323330" y="1147160"/>
                    <a:pt x="1305687" y="1154468"/>
                    <a:pt x="1287290" y="1154468"/>
                  </a:cubicBezTo>
                  <a:lnTo>
                    <a:pt x="69365" y="1154468"/>
                  </a:lnTo>
                  <a:cubicBezTo>
                    <a:pt x="50968" y="1154468"/>
                    <a:pt x="33325" y="1147160"/>
                    <a:pt x="20317" y="1134152"/>
                  </a:cubicBezTo>
                  <a:cubicBezTo>
                    <a:pt x="7308" y="1121143"/>
                    <a:pt x="0" y="1103500"/>
                    <a:pt x="0" y="1085103"/>
                  </a:cubicBezTo>
                  <a:lnTo>
                    <a:pt x="0" y="69365"/>
                  </a:lnTo>
                  <a:cubicBezTo>
                    <a:pt x="0" y="50968"/>
                    <a:pt x="7308" y="33325"/>
                    <a:pt x="20317" y="20317"/>
                  </a:cubicBezTo>
                  <a:cubicBezTo>
                    <a:pt x="33325" y="7308"/>
                    <a:pt x="50968" y="0"/>
                    <a:pt x="69365" y="0"/>
                  </a:cubicBezTo>
                  <a:close/>
                </a:path>
              </a:pathLst>
            </a:custGeom>
            <a:solidFill>
              <a:srgbClr val="F9FBFF"/>
            </a:solidFill>
            <a:ln w="19050" cap="rnd">
              <a:solidFill>
                <a:srgbClr val="DCDCDC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356655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6314262" y="4452799"/>
            <a:ext cx="5134123" cy="4368969"/>
            <a:chOff x="0" y="0"/>
            <a:chExt cx="1356655" cy="115446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356655" cy="1154468"/>
            </a:xfrm>
            <a:custGeom>
              <a:avLst/>
              <a:gdLst/>
              <a:ahLst/>
              <a:cxnLst/>
              <a:rect r="r" b="b" t="t" l="l"/>
              <a:pathLst>
                <a:path h="1154468" w="1356655">
                  <a:moveTo>
                    <a:pt x="69365" y="0"/>
                  </a:moveTo>
                  <a:lnTo>
                    <a:pt x="1287290" y="0"/>
                  </a:lnTo>
                  <a:cubicBezTo>
                    <a:pt x="1305687" y="0"/>
                    <a:pt x="1323330" y="7308"/>
                    <a:pt x="1336338" y="20317"/>
                  </a:cubicBezTo>
                  <a:cubicBezTo>
                    <a:pt x="1349347" y="33325"/>
                    <a:pt x="1356655" y="50968"/>
                    <a:pt x="1356655" y="69365"/>
                  </a:cubicBezTo>
                  <a:lnTo>
                    <a:pt x="1356655" y="1085103"/>
                  </a:lnTo>
                  <a:cubicBezTo>
                    <a:pt x="1356655" y="1103500"/>
                    <a:pt x="1349347" y="1121143"/>
                    <a:pt x="1336338" y="1134152"/>
                  </a:cubicBezTo>
                  <a:cubicBezTo>
                    <a:pt x="1323330" y="1147160"/>
                    <a:pt x="1305687" y="1154468"/>
                    <a:pt x="1287290" y="1154468"/>
                  </a:cubicBezTo>
                  <a:lnTo>
                    <a:pt x="69365" y="1154468"/>
                  </a:lnTo>
                  <a:cubicBezTo>
                    <a:pt x="50968" y="1154468"/>
                    <a:pt x="33325" y="1147160"/>
                    <a:pt x="20317" y="1134152"/>
                  </a:cubicBezTo>
                  <a:cubicBezTo>
                    <a:pt x="7308" y="1121143"/>
                    <a:pt x="0" y="1103500"/>
                    <a:pt x="0" y="1085103"/>
                  </a:cubicBezTo>
                  <a:lnTo>
                    <a:pt x="0" y="69365"/>
                  </a:lnTo>
                  <a:cubicBezTo>
                    <a:pt x="0" y="50968"/>
                    <a:pt x="7308" y="33325"/>
                    <a:pt x="20317" y="20317"/>
                  </a:cubicBezTo>
                  <a:cubicBezTo>
                    <a:pt x="33325" y="7308"/>
                    <a:pt x="50968" y="0"/>
                    <a:pt x="69365" y="0"/>
                  </a:cubicBezTo>
                  <a:close/>
                </a:path>
              </a:pathLst>
            </a:custGeom>
            <a:solidFill>
              <a:srgbClr val="E1A45C"/>
            </a:solidFill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1356655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11558077" y="4452799"/>
            <a:ext cx="5134123" cy="4368969"/>
            <a:chOff x="0" y="0"/>
            <a:chExt cx="1356655" cy="11544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356655" cy="1154468"/>
            </a:xfrm>
            <a:custGeom>
              <a:avLst/>
              <a:gdLst/>
              <a:ahLst/>
              <a:cxnLst/>
              <a:rect r="r" b="b" t="t" l="l"/>
              <a:pathLst>
                <a:path h="1154468" w="1356655">
                  <a:moveTo>
                    <a:pt x="69365" y="0"/>
                  </a:moveTo>
                  <a:lnTo>
                    <a:pt x="1287290" y="0"/>
                  </a:lnTo>
                  <a:cubicBezTo>
                    <a:pt x="1305687" y="0"/>
                    <a:pt x="1323330" y="7308"/>
                    <a:pt x="1336338" y="20317"/>
                  </a:cubicBezTo>
                  <a:cubicBezTo>
                    <a:pt x="1349347" y="33325"/>
                    <a:pt x="1356655" y="50968"/>
                    <a:pt x="1356655" y="69365"/>
                  </a:cubicBezTo>
                  <a:lnTo>
                    <a:pt x="1356655" y="1085103"/>
                  </a:lnTo>
                  <a:cubicBezTo>
                    <a:pt x="1356655" y="1103500"/>
                    <a:pt x="1349347" y="1121143"/>
                    <a:pt x="1336338" y="1134152"/>
                  </a:cubicBezTo>
                  <a:cubicBezTo>
                    <a:pt x="1323330" y="1147160"/>
                    <a:pt x="1305687" y="1154468"/>
                    <a:pt x="1287290" y="1154468"/>
                  </a:cubicBezTo>
                  <a:lnTo>
                    <a:pt x="69365" y="1154468"/>
                  </a:lnTo>
                  <a:cubicBezTo>
                    <a:pt x="50968" y="1154468"/>
                    <a:pt x="33325" y="1147160"/>
                    <a:pt x="20317" y="1134152"/>
                  </a:cubicBezTo>
                  <a:cubicBezTo>
                    <a:pt x="7308" y="1121143"/>
                    <a:pt x="0" y="1103500"/>
                    <a:pt x="0" y="1085103"/>
                  </a:cubicBezTo>
                  <a:lnTo>
                    <a:pt x="0" y="69365"/>
                  </a:lnTo>
                  <a:cubicBezTo>
                    <a:pt x="0" y="50968"/>
                    <a:pt x="7308" y="33325"/>
                    <a:pt x="20317" y="20317"/>
                  </a:cubicBezTo>
                  <a:cubicBezTo>
                    <a:pt x="33325" y="7308"/>
                    <a:pt x="50968" y="0"/>
                    <a:pt x="69365" y="0"/>
                  </a:cubicBezTo>
                  <a:close/>
                </a:path>
              </a:pathLst>
            </a:custGeom>
            <a:solidFill>
              <a:srgbClr val="F9FBFF"/>
            </a:solidFill>
            <a:ln w="19050" cap="rnd">
              <a:solidFill>
                <a:srgbClr val="DCDCDC"/>
              </a:solidFill>
              <a:prstDash val="solid"/>
              <a:round/>
            </a:ln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356655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sp>
        <p:nvSpPr>
          <p:cNvPr name="Freeform 19" id="19"/>
          <p:cNvSpPr/>
          <p:nvPr/>
        </p:nvSpPr>
        <p:spPr>
          <a:xfrm flipH="false" flipV="false" rot="0">
            <a:off x="1446788" y="4775770"/>
            <a:ext cx="602442" cy="602442"/>
          </a:xfrm>
          <a:custGeom>
            <a:avLst/>
            <a:gdLst/>
            <a:ahLst/>
            <a:cxnLst/>
            <a:rect r="r" b="b" t="t" l="l"/>
            <a:pathLst>
              <a:path h="602442" w="602442">
                <a:moveTo>
                  <a:pt x="0" y="0"/>
                </a:moveTo>
                <a:lnTo>
                  <a:pt x="602442" y="0"/>
                </a:lnTo>
                <a:lnTo>
                  <a:pt x="602442" y="602442"/>
                </a:lnTo>
                <a:lnTo>
                  <a:pt x="0" y="60244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1972260" y="4775770"/>
            <a:ext cx="583365" cy="583365"/>
          </a:xfrm>
          <a:custGeom>
            <a:avLst/>
            <a:gdLst/>
            <a:ahLst/>
            <a:cxnLst/>
            <a:rect r="r" b="b" t="t" l="l"/>
            <a:pathLst>
              <a:path h="583365" w="583365">
                <a:moveTo>
                  <a:pt x="0" y="0"/>
                </a:moveTo>
                <a:lnTo>
                  <a:pt x="583365" y="0"/>
                </a:lnTo>
                <a:lnTo>
                  <a:pt x="583365" y="583364"/>
                </a:lnTo>
                <a:lnTo>
                  <a:pt x="0" y="583364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6686707" y="4706968"/>
            <a:ext cx="529885" cy="652167"/>
          </a:xfrm>
          <a:custGeom>
            <a:avLst/>
            <a:gdLst/>
            <a:ahLst/>
            <a:cxnLst/>
            <a:rect r="r" b="b" t="t" l="l"/>
            <a:pathLst>
              <a:path h="652167" w="529885">
                <a:moveTo>
                  <a:pt x="0" y="0"/>
                </a:moveTo>
                <a:lnTo>
                  <a:pt x="529885" y="0"/>
                </a:lnTo>
                <a:lnTo>
                  <a:pt x="529885" y="652166"/>
                </a:lnTo>
                <a:lnTo>
                  <a:pt x="0" y="65216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2" id="22"/>
          <p:cNvGrpSpPr/>
          <p:nvPr/>
        </p:nvGrpSpPr>
        <p:grpSpPr>
          <a:xfrm rot="0">
            <a:off x="6839901" y="838982"/>
            <a:ext cx="4082845" cy="815150"/>
            <a:chOff x="0" y="0"/>
            <a:chExt cx="5443793" cy="108686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1286594" y="228419"/>
              <a:ext cx="4052423" cy="455052"/>
            </a:xfrm>
            <a:custGeom>
              <a:avLst/>
              <a:gdLst/>
              <a:ahLst/>
              <a:cxnLst/>
              <a:rect r="r" b="b" t="t" l="l"/>
              <a:pathLst>
                <a:path h="455052" w="4052423">
                  <a:moveTo>
                    <a:pt x="0" y="0"/>
                  </a:moveTo>
                  <a:lnTo>
                    <a:pt x="4052423" y="0"/>
                  </a:lnTo>
                  <a:lnTo>
                    <a:pt x="4052423" y="455052"/>
                  </a:lnTo>
                  <a:lnTo>
                    <a:pt x="0" y="455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 rot="0">
              <a:off x="1286594" y="626321"/>
              <a:ext cx="4157199" cy="4605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0"/>
                </a:lnSpc>
              </a:pPr>
              <a:r>
                <a:rPr lang="en-US" sz="2007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362640" cy="1049266"/>
            </a:xfrm>
            <a:custGeom>
              <a:avLst/>
              <a:gdLst/>
              <a:ahLst/>
              <a:cxnLst/>
              <a:rect r="r" b="b" t="t" l="l"/>
              <a:pathLst>
                <a:path h="1049266" w="1362640">
                  <a:moveTo>
                    <a:pt x="0" y="0"/>
                  </a:moveTo>
                  <a:lnTo>
                    <a:pt x="1362640" y="0"/>
                  </a:lnTo>
                  <a:lnTo>
                    <a:pt x="1362640" y="1049266"/>
                  </a:lnTo>
                  <a:lnTo>
                    <a:pt x="0" y="1049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3"/>
              <a:stretch>
                <a:fillRect l="0" t="0" r="0" b="-29865"/>
              </a:stretch>
            </a:blipFill>
          </p:spPr>
        </p:sp>
        <p:sp>
          <p:nvSpPr>
            <p:cNvPr name="AutoShape 26" id="26"/>
            <p:cNvSpPr/>
            <p:nvPr/>
          </p:nvSpPr>
          <p:spPr>
            <a:xfrm flipH="true" flipV="true">
              <a:off x="562269" y="402941"/>
              <a:ext cx="119051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7" id="27"/>
            <p:cNvSpPr/>
            <p:nvPr/>
          </p:nvSpPr>
          <p:spPr>
            <a:xfrm flipH="true">
              <a:off x="681320" y="402941"/>
              <a:ext cx="119425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8" id="28"/>
            <p:cNvSpPr/>
            <p:nvPr/>
          </p:nvSpPr>
          <p:spPr>
            <a:xfrm flipH="true" flipV="true">
              <a:off x="209258" y="321315"/>
              <a:ext cx="472062" cy="680721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29" id="29"/>
            <p:cNvSpPr/>
            <p:nvPr/>
          </p:nvSpPr>
          <p:spPr>
            <a:xfrm flipH="true">
              <a:off x="681320" y="345887"/>
              <a:ext cx="457492" cy="656150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30" id="30"/>
          <p:cNvSpPr txBox="true"/>
          <p:nvPr/>
        </p:nvSpPr>
        <p:spPr>
          <a:xfrm rot="0">
            <a:off x="3563692" y="2568531"/>
            <a:ext cx="11160615" cy="974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44"/>
              </a:lnSpc>
            </a:pPr>
            <a:r>
              <a:rPr lang="en-US" b="true" sz="7600" spc="-486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TESTING &amp; RESULTS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1446788" y="5463937"/>
            <a:ext cx="3400624" cy="296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2100" spc="-134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Key Parameters Tested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1401145" y="6031307"/>
            <a:ext cx="4389233" cy="1819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9"/>
              </a:lnSpc>
              <a:spcBef>
                <a:spcPct val="0"/>
              </a:spcBef>
            </a:pPr>
            <a:r>
              <a:rPr lang="en-US" sz="2606" spc="-104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Accuracy of data processing, system response time, and overall performance under different conditions.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6686707" y="5424753"/>
            <a:ext cx="3400624" cy="296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2100" spc="-134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Result Summary</a:t>
            </a:r>
          </a:p>
        </p:txBody>
      </p:sp>
      <p:sp>
        <p:nvSpPr>
          <p:cNvPr name="TextBox 34" id="34"/>
          <p:cNvSpPr txBox="true"/>
          <p:nvPr/>
        </p:nvSpPr>
        <p:spPr>
          <a:xfrm rot="0">
            <a:off x="6686707" y="6031307"/>
            <a:ext cx="4389233" cy="1819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9"/>
              </a:lnSpc>
              <a:spcBef>
                <a:spcPct val="0"/>
              </a:spcBef>
            </a:pPr>
            <a:r>
              <a:rPr lang="en-US" sz="2606" spc="-104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Present key outcomes concisely (e.g., "Achieved 95% accuracy, processed inputs within 200ms response time").</a:t>
            </a:r>
          </a:p>
        </p:txBody>
      </p:sp>
      <p:sp>
        <p:nvSpPr>
          <p:cNvPr name="TextBox 35" id="35"/>
          <p:cNvSpPr txBox="true"/>
          <p:nvPr/>
        </p:nvSpPr>
        <p:spPr>
          <a:xfrm rot="0">
            <a:off x="11930522" y="5385851"/>
            <a:ext cx="3338819" cy="29603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289"/>
              </a:lnSpc>
            </a:pPr>
            <a:r>
              <a:rPr lang="en-US" sz="2100" spc="-134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Benchmaring</a:t>
            </a:r>
          </a:p>
        </p:txBody>
      </p:sp>
      <p:sp>
        <p:nvSpPr>
          <p:cNvPr name="TextBox 36" id="36"/>
          <p:cNvSpPr txBox="true"/>
          <p:nvPr/>
        </p:nvSpPr>
        <p:spPr>
          <a:xfrm rot="0">
            <a:off x="11930522" y="6031307"/>
            <a:ext cx="4389233" cy="18197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49"/>
              </a:lnSpc>
              <a:spcBef>
                <a:spcPct val="0"/>
              </a:spcBef>
            </a:pPr>
            <a:r>
              <a:rPr lang="en-US" sz="2606" spc="-104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Compare results with industry standards or similar existing solutions to validate effectiveness.</a:t>
            </a:r>
          </a:p>
        </p:txBody>
      </p:sp>
    </p:spTree>
  </p:cSld>
  <p:clrMapOvr>
    <a:masterClrMapping/>
  </p:clrMapOvr>
  <p:transition spd="fast">
    <p:cover dir="d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7068286" y="3953551"/>
            <a:ext cx="2136713" cy="2136713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8417055" y="-1066913"/>
            <a:ext cx="9329535" cy="8478215"/>
          </a:xfrm>
          <a:custGeom>
            <a:avLst/>
            <a:gdLst/>
            <a:ahLst/>
            <a:cxnLst/>
            <a:rect r="r" b="b" t="t" l="l"/>
            <a:pathLst>
              <a:path h="8478215" w="9329535">
                <a:moveTo>
                  <a:pt x="0" y="0"/>
                </a:moveTo>
                <a:lnTo>
                  <a:pt x="9329535" y="0"/>
                </a:lnTo>
                <a:lnTo>
                  <a:pt x="9329535" y="8478215"/>
                </a:lnTo>
                <a:lnTo>
                  <a:pt x="0" y="8478215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10999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true" flipV="true" rot="-5400000">
            <a:off x="-3708100" y="-400578"/>
            <a:ext cx="13695789" cy="13695789"/>
          </a:xfrm>
          <a:custGeom>
            <a:avLst/>
            <a:gdLst/>
            <a:ahLst/>
            <a:cxnLst/>
            <a:rect r="r" b="b" t="t" l="l"/>
            <a:pathLst>
              <a:path h="13695789" w="13695789">
                <a:moveTo>
                  <a:pt x="13695788" y="13695788"/>
                </a:moveTo>
                <a:lnTo>
                  <a:pt x="0" y="13695788"/>
                </a:lnTo>
                <a:lnTo>
                  <a:pt x="0" y="0"/>
                </a:lnTo>
                <a:lnTo>
                  <a:pt x="13695788" y="0"/>
                </a:lnTo>
                <a:lnTo>
                  <a:pt x="13695788" y="13695788"/>
                </a:lnTo>
                <a:close/>
              </a:path>
            </a:pathLst>
          </a:custGeom>
          <a:blipFill>
            <a:blip r:embed="rId4">
              <a:alphaModFix amt="51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7" id="7"/>
          <p:cNvGrpSpPr/>
          <p:nvPr/>
        </p:nvGrpSpPr>
        <p:grpSpPr>
          <a:xfrm rot="0">
            <a:off x="-1604296" y="-1125489"/>
            <a:ext cx="4744090" cy="4744090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TextBox 10" id="10"/>
          <p:cNvSpPr txBox="true"/>
          <p:nvPr/>
        </p:nvSpPr>
        <p:spPr>
          <a:xfrm rot="0">
            <a:off x="3909889" y="2709886"/>
            <a:ext cx="10468222" cy="1622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85"/>
              </a:lnSpc>
            </a:pPr>
            <a:r>
              <a:rPr lang="en-US" b="true" sz="6580" spc="-421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MARKETING STRATEGIES</a:t>
            </a:r>
          </a:p>
          <a:p>
            <a:pPr algn="ctr">
              <a:lnSpc>
                <a:spcPts val="6185"/>
              </a:lnSpc>
            </a:pPr>
          </a:p>
        </p:txBody>
      </p:sp>
      <p:grpSp>
        <p:nvGrpSpPr>
          <p:cNvPr name="Group 11" id="11"/>
          <p:cNvGrpSpPr/>
          <p:nvPr/>
        </p:nvGrpSpPr>
        <p:grpSpPr>
          <a:xfrm rot="0">
            <a:off x="436167" y="5143500"/>
            <a:ext cx="4268170" cy="3632072"/>
            <a:chOff x="0" y="0"/>
            <a:chExt cx="1356655" cy="1154468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356655" cy="1154468"/>
            </a:xfrm>
            <a:custGeom>
              <a:avLst/>
              <a:gdLst/>
              <a:ahLst/>
              <a:cxnLst/>
              <a:rect r="r" b="b" t="t" l="l"/>
              <a:pathLst>
                <a:path h="1154468" w="1356655">
                  <a:moveTo>
                    <a:pt x="83438" y="0"/>
                  </a:moveTo>
                  <a:lnTo>
                    <a:pt x="1273217" y="0"/>
                  </a:lnTo>
                  <a:cubicBezTo>
                    <a:pt x="1319298" y="0"/>
                    <a:pt x="1356655" y="37357"/>
                    <a:pt x="1356655" y="83438"/>
                  </a:cubicBezTo>
                  <a:lnTo>
                    <a:pt x="1356655" y="1071030"/>
                  </a:lnTo>
                  <a:cubicBezTo>
                    <a:pt x="1356655" y="1117112"/>
                    <a:pt x="1319298" y="1154468"/>
                    <a:pt x="1273217" y="1154468"/>
                  </a:cubicBezTo>
                  <a:lnTo>
                    <a:pt x="83438" y="1154468"/>
                  </a:lnTo>
                  <a:cubicBezTo>
                    <a:pt x="37357" y="1154468"/>
                    <a:pt x="0" y="1117112"/>
                    <a:pt x="0" y="1071030"/>
                  </a:cubicBezTo>
                  <a:lnTo>
                    <a:pt x="0" y="83438"/>
                  </a:lnTo>
                  <a:cubicBezTo>
                    <a:pt x="0" y="37357"/>
                    <a:pt x="37357" y="0"/>
                    <a:pt x="83438" y="0"/>
                  </a:cubicBezTo>
                  <a:close/>
                </a:path>
              </a:pathLst>
            </a:custGeom>
            <a:solidFill>
              <a:srgbClr val="F9FBFF"/>
            </a:solidFill>
            <a:ln w="19050" cap="rnd">
              <a:solidFill>
                <a:srgbClr val="DCDCDC"/>
              </a:solidFill>
              <a:prstDash val="solid"/>
              <a:round/>
            </a:ln>
          </p:spPr>
        </p:sp>
        <p:sp>
          <p:nvSpPr>
            <p:cNvPr name="TextBox 13" id="13"/>
            <p:cNvSpPr txBox="true"/>
            <p:nvPr/>
          </p:nvSpPr>
          <p:spPr>
            <a:xfrm>
              <a:off x="0" y="-47625"/>
              <a:ext cx="1356655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4830234" y="5143500"/>
            <a:ext cx="4268170" cy="3632072"/>
            <a:chOff x="0" y="0"/>
            <a:chExt cx="1356655" cy="115446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56655" cy="1154468"/>
            </a:xfrm>
            <a:custGeom>
              <a:avLst/>
              <a:gdLst/>
              <a:ahLst/>
              <a:cxnLst/>
              <a:rect r="r" b="b" t="t" l="l"/>
              <a:pathLst>
                <a:path h="1154468" w="1356655">
                  <a:moveTo>
                    <a:pt x="83438" y="0"/>
                  </a:moveTo>
                  <a:lnTo>
                    <a:pt x="1273217" y="0"/>
                  </a:lnTo>
                  <a:cubicBezTo>
                    <a:pt x="1319298" y="0"/>
                    <a:pt x="1356655" y="37357"/>
                    <a:pt x="1356655" y="83438"/>
                  </a:cubicBezTo>
                  <a:lnTo>
                    <a:pt x="1356655" y="1071030"/>
                  </a:lnTo>
                  <a:cubicBezTo>
                    <a:pt x="1356655" y="1117112"/>
                    <a:pt x="1319298" y="1154468"/>
                    <a:pt x="1273217" y="1154468"/>
                  </a:cubicBezTo>
                  <a:lnTo>
                    <a:pt x="83438" y="1154468"/>
                  </a:lnTo>
                  <a:cubicBezTo>
                    <a:pt x="37357" y="1154468"/>
                    <a:pt x="0" y="1117112"/>
                    <a:pt x="0" y="1071030"/>
                  </a:cubicBezTo>
                  <a:lnTo>
                    <a:pt x="0" y="83438"/>
                  </a:lnTo>
                  <a:cubicBezTo>
                    <a:pt x="0" y="37357"/>
                    <a:pt x="37357" y="0"/>
                    <a:pt x="83438" y="0"/>
                  </a:cubicBezTo>
                  <a:close/>
                </a:path>
              </a:pathLst>
            </a:custGeom>
            <a:solidFill>
              <a:srgbClr val="E1A45C"/>
            </a:solid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1356655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9189596" y="5143500"/>
            <a:ext cx="4268170" cy="3632072"/>
            <a:chOff x="0" y="0"/>
            <a:chExt cx="1356655" cy="1154468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356655" cy="1154468"/>
            </a:xfrm>
            <a:custGeom>
              <a:avLst/>
              <a:gdLst/>
              <a:ahLst/>
              <a:cxnLst/>
              <a:rect r="r" b="b" t="t" l="l"/>
              <a:pathLst>
                <a:path h="1154468" w="1356655">
                  <a:moveTo>
                    <a:pt x="83438" y="0"/>
                  </a:moveTo>
                  <a:lnTo>
                    <a:pt x="1273217" y="0"/>
                  </a:lnTo>
                  <a:cubicBezTo>
                    <a:pt x="1319298" y="0"/>
                    <a:pt x="1356655" y="37357"/>
                    <a:pt x="1356655" y="83438"/>
                  </a:cubicBezTo>
                  <a:lnTo>
                    <a:pt x="1356655" y="1071030"/>
                  </a:lnTo>
                  <a:cubicBezTo>
                    <a:pt x="1356655" y="1117112"/>
                    <a:pt x="1319298" y="1154468"/>
                    <a:pt x="1273217" y="1154468"/>
                  </a:cubicBezTo>
                  <a:lnTo>
                    <a:pt x="83438" y="1154468"/>
                  </a:lnTo>
                  <a:cubicBezTo>
                    <a:pt x="37357" y="1154468"/>
                    <a:pt x="0" y="1117112"/>
                    <a:pt x="0" y="1071030"/>
                  </a:cubicBezTo>
                  <a:lnTo>
                    <a:pt x="0" y="83438"/>
                  </a:lnTo>
                  <a:cubicBezTo>
                    <a:pt x="0" y="37357"/>
                    <a:pt x="37357" y="0"/>
                    <a:pt x="83438" y="0"/>
                  </a:cubicBezTo>
                  <a:close/>
                </a:path>
              </a:pathLst>
            </a:custGeom>
            <a:solidFill>
              <a:srgbClr val="F9FBFF"/>
            </a:solidFill>
            <a:ln w="19050" cap="rnd">
              <a:solidFill>
                <a:srgbClr val="DCDCDC"/>
              </a:solidFill>
              <a:prstDash val="solid"/>
              <a:round/>
            </a:ln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356655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13583662" y="5143500"/>
            <a:ext cx="4268170" cy="3632072"/>
            <a:chOff x="0" y="0"/>
            <a:chExt cx="1356655" cy="1154468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356655" cy="1154468"/>
            </a:xfrm>
            <a:custGeom>
              <a:avLst/>
              <a:gdLst/>
              <a:ahLst/>
              <a:cxnLst/>
              <a:rect r="r" b="b" t="t" l="l"/>
              <a:pathLst>
                <a:path h="1154468" w="1356655">
                  <a:moveTo>
                    <a:pt x="83438" y="0"/>
                  </a:moveTo>
                  <a:lnTo>
                    <a:pt x="1273217" y="0"/>
                  </a:lnTo>
                  <a:cubicBezTo>
                    <a:pt x="1319298" y="0"/>
                    <a:pt x="1356655" y="37357"/>
                    <a:pt x="1356655" y="83438"/>
                  </a:cubicBezTo>
                  <a:lnTo>
                    <a:pt x="1356655" y="1071030"/>
                  </a:lnTo>
                  <a:cubicBezTo>
                    <a:pt x="1356655" y="1117112"/>
                    <a:pt x="1319298" y="1154468"/>
                    <a:pt x="1273217" y="1154468"/>
                  </a:cubicBezTo>
                  <a:lnTo>
                    <a:pt x="83438" y="1154468"/>
                  </a:lnTo>
                  <a:cubicBezTo>
                    <a:pt x="37357" y="1154468"/>
                    <a:pt x="0" y="1117112"/>
                    <a:pt x="0" y="1071030"/>
                  </a:cubicBezTo>
                  <a:lnTo>
                    <a:pt x="0" y="83438"/>
                  </a:lnTo>
                  <a:cubicBezTo>
                    <a:pt x="0" y="37357"/>
                    <a:pt x="37357" y="0"/>
                    <a:pt x="83438" y="0"/>
                  </a:cubicBezTo>
                  <a:close/>
                </a:path>
              </a:pathLst>
            </a:custGeom>
            <a:solidFill>
              <a:srgbClr val="E1A45C"/>
            </a:solid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1356655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23" id="23"/>
          <p:cNvGrpSpPr/>
          <p:nvPr/>
        </p:nvGrpSpPr>
        <p:grpSpPr>
          <a:xfrm rot="-182436">
            <a:off x="6814831" y="3560640"/>
            <a:ext cx="4567147" cy="876709"/>
            <a:chOff x="0" y="0"/>
            <a:chExt cx="1202870" cy="230903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202870" cy="230903"/>
            </a:xfrm>
            <a:custGeom>
              <a:avLst/>
              <a:gdLst/>
              <a:ahLst/>
              <a:cxnLst/>
              <a:rect r="r" b="b" t="t" l="l"/>
              <a:pathLst>
                <a:path h="230903" w="1202870">
                  <a:moveTo>
                    <a:pt x="115451" y="0"/>
                  </a:moveTo>
                  <a:lnTo>
                    <a:pt x="1087419" y="0"/>
                  </a:lnTo>
                  <a:cubicBezTo>
                    <a:pt x="1151181" y="0"/>
                    <a:pt x="1202870" y="51689"/>
                    <a:pt x="1202870" y="115451"/>
                  </a:cubicBezTo>
                  <a:lnTo>
                    <a:pt x="1202870" y="115451"/>
                  </a:lnTo>
                  <a:cubicBezTo>
                    <a:pt x="1202870" y="146071"/>
                    <a:pt x="1190706" y="175437"/>
                    <a:pt x="1169055" y="197088"/>
                  </a:cubicBezTo>
                  <a:cubicBezTo>
                    <a:pt x="1147404" y="218739"/>
                    <a:pt x="1118038" y="230903"/>
                    <a:pt x="1087419" y="230903"/>
                  </a:cubicBezTo>
                  <a:lnTo>
                    <a:pt x="115451" y="230903"/>
                  </a:lnTo>
                  <a:cubicBezTo>
                    <a:pt x="51689" y="230903"/>
                    <a:pt x="0" y="179213"/>
                    <a:pt x="0" y="115451"/>
                  </a:cubicBezTo>
                  <a:lnTo>
                    <a:pt x="0" y="115451"/>
                  </a:lnTo>
                  <a:cubicBezTo>
                    <a:pt x="0" y="51689"/>
                    <a:pt x="51689" y="0"/>
                    <a:pt x="115451" y="0"/>
                  </a:cubicBezTo>
                  <a:close/>
                </a:path>
              </a:pathLst>
            </a:custGeom>
            <a:solidFill>
              <a:srgbClr val="E1A45C"/>
            </a:solid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38100"/>
              <a:ext cx="1202870" cy="26900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26" id="26"/>
          <p:cNvSpPr/>
          <p:nvPr/>
        </p:nvSpPr>
        <p:spPr>
          <a:xfrm flipH="false" flipV="false" rot="0">
            <a:off x="13895916" y="5449299"/>
            <a:ext cx="667295" cy="667295"/>
          </a:xfrm>
          <a:custGeom>
            <a:avLst/>
            <a:gdLst/>
            <a:ahLst/>
            <a:cxnLst/>
            <a:rect r="r" b="b" t="t" l="l"/>
            <a:pathLst>
              <a:path h="667295" w="667295">
                <a:moveTo>
                  <a:pt x="0" y="0"/>
                </a:moveTo>
                <a:lnTo>
                  <a:pt x="667295" y="0"/>
                </a:lnTo>
                <a:lnTo>
                  <a:pt x="667295" y="667295"/>
                </a:lnTo>
                <a:lnTo>
                  <a:pt x="0" y="66729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9516574" y="5326067"/>
            <a:ext cx="584611" cy="764197"/>
          </a:xfrm>
          <a:custGeom>
            <a:avLst/>
            <a:gdLst/>
            <a:ahLst/>
            <a:cxnLst/>
            <a:rect r="r" b="b" t="t" l="l"/>
            <a:pathLst>
              <a:path h="764197" w="584611">
                <a:moveTo>
                  <a:pt x="0" y="0"/>
                </a:moveTo>
                <a:lnTo>
                  <a:pt x="584611" y="0"/>
                </a:lnTo>
                <a:lnTo>
                  <a:pt x="584611" y="764196"/>
                </a:lnTo>
                <a:lnTo>
                  <a:pt x="0" y="764196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5139860" y="5475812"/>
            <a:ext cx="689541" cy="635240"/>
          </a:xfrm>
          <a:custGeom>
            <a:avLst/>
            <a:gdLst/>
            <a:ahLst/>
            <a:cxnLst/>
            <a:rect r="r" b="b" t="t" l="l"/>
            <a:pathLst>
              <a:path h="635240" w="689541">
                <a:moveTo>
                  <a:pt x="0" y="0"/>
                </a:moveTo>
                <a:lnTo>
                  <a:pt x="689542" y="0"/>
                </a:lnTo>
                <a:lnTo>
                  <a:pt x="689542" y="635240"/>
                </a:lnTo>
                <a:lnTo>
                  <a:pt x="0" y="635240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743166" y="5407698"/>
            <a:ext cx="662089" cy="682566"/>
          </a:xfrm>
          <a:custGeom>
            <a:avLst/>
            <a:gdLst/>
            <a:ahLst/>
            <a:cxnLst/>
            <a:rect r="r" b="b" t="t" l="l"/>
            <a:pathLst>
              <a:path h="682566" w="662089">
                <a:moveTo>
                  <a:pt x="0" y="0"/>
                </a:moveTo>
                <a:lnTo>
                  <a:pt x="662089" y="0"/>
                </a:lnTo>
                <a:lnTo>
                  <a:pt x="662089" y="682565"/>
                </a:lnTo>
                <a:lnTo>
                  <a:pt x="0" y="68256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0" id="30"/>
          <p:cNvGrpSpPr/>
          <p:nvPr/>
        </p:nvGrpSpPr>
        <p:grpSpPr>
          <a:xfrm rot="0">
            <a:off x="6839901" y="838982"/>
            <a:ext cx="4082845" cy="815150"/>
            <a:chOff x="0" y="0"/>
            <a:chExt cx="5443793" cy="1086866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1286594" y="228419"/>
              <a:ext cx="4052423" cy="455052"/>
            </a:xfrm>
            <a:custGeom>
              <a:avLst/>
              <a:gdLst/>
              <a:ahLst/>
              <a:cxnLst/>
              <a:rect r="r" b="b" t="t" l="l"/>
              <a:pathLst>
                <a:path h="455052" w="4052423">
                  <a:moveTo>
                    <a:pt x="0" y="0"/>
                  </a:moveTo>
                  <a:lnTo>
                    <a:pt x="4052423" y="0"/>
                  </a:lnTo>
                  <a:lnTo>
                    <a:pt x="4052423" y="455052"/>
                  </a:lnTo>
                  <a:lnTo>
                    <a:pt x="0" y="455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 l="0" t="0" r="0" b="0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 rot="0">
              <a:off x="1286594" y="626321"/>
              <a:ext cx="4157199" cy="4605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0"/>
                </a:lnSpc>
              </a:pPr>
              <a:r>
                <a:rPr lang="en-US" sz="2007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362640" cy="1049266"/>
            </a:xfrm>
            <a:custGeom>
              <a:avLst/>
              <a:gdLst/>
              <a:ahLst/>
              <a:cxnLst/>
              <a:rect r="r" b="b" t="t" l="l"/>
              <a:pathLst>
                <a:path h="1049266" w="1362640">
                  <a:moveTo>
                    <a:pt x="0" y="0"/>
                  </a:moveTo>
                  <a:lnTo>
                    <a:pt x="1362640" y="0"/>
                  </a:lnTo>
                  <a:lnTo>
                    <a:pt x="1362640" y="1049266"/>
                  </a:lnTo>
                  <a:lnTo>
                    <a:pt x="0" y="1049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5"/>
              <a:stretch>
                <a:fillRect l="0" t="0" r="0" b="-29865"/>
              </a:stretch>
            </a:blipFill>
          </p:spPr>
        </p:sp>
        <p:sp>
          <p:nvSpPr>
            <p:cNvPr name="AutoShape 34" id="34"/>
            <p:cNvSpPr/>
            <p:nvPr/>
          </p:nvSpPr>
          <p:spPr>
            <a:xfrm flipH="true" flipV="true">
              <a:off x="562269" y="402941"/>
              <a:ext cx="119051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5" id="35"/>
            <p:cNvSpPr/>
            <p:nvPr/>
          </p:nvSpPr>
          <p:spPr>
            <a:xfrm flipH="true">
              <a:off x="681320" y="402941"/>
              <a:ext cx="119425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6" id="36"/>
            <p:cNvSpPr/>
            <p:nvPr/>
          </p:nvSpPr>
          <p:spPr>
            <a:xfrm flipH="true" flipV="true">
              <a:off x="209258" y="321315"/>
              <a:ext cx="472062" cy="680721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7" id="37"/>
            <p:cNvSpPr/>
            <p:nvPr/>
          </p:nvSpPr>
          <p:spPr>
            <a:xfrm flipH="true">
              <a:off x="681320" y="345887"/>
              <a:ext cx="457492" cy="656150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TextBox 38" id="38"/>
          <p:cNvSpPr txBox="true"/>
          <p:nvPr/>
        </p:nvSpPr>
        <p:spPr>
          <a:xfrm rot="0">
            <a:off x="745793" y="6109313"/>
            <a:ext cx="3648918" cy="319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6"/>
              </a:lnSpc>
            </a:pPr>
            <a:r>
              <a:rPr lang="en-US" sz="2253" spc="-144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Unique Value Proposition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743166" y="6673704"/>
            <a:ext cx="3648918" cy="109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3"/>
              </a:lnSpc>
              <a:spcBef>
                <a:spcPct val="0"/>
              </a:spcBef>
            </a:pPr>
            <a:r>
              <a:rPr lang="en-US" sz="3202" spc="-128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What makes your prototype stand out?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5139860" y="6109313"/>
            <a:ext cx="3648918" cy="319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6"/>
              </a:lnSpc>
            </a:pPr>
            <a:r>
              <a:rPr lang="en-US" sz="2253" spc="-144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Target Audience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5139860" y="6551857"/>
            <a:ext cx="3648918" cy="222371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3"/>
              </a:lnSpc>
            </a:pPr>
            <a:r>
              <a:rPr lang="en-US" sz="3202" spc="-128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Who will benefit the most from your solution?</a:t>
            </a:r>
          </a:p>
          <a:p>
            <a:pPr algn="l">
              <a:lnSpc>
                <a:spcPts val="4483"/>
              </a:lnSpc>
              <a:spcBef>
                <a:spcPct val="0"/>
              </a:spcBef>
            </a:pPr>
          </a:p>
        </p:txBody>
      </p:sp>
      <p:sp>
        <p:nvSpPr>
          <p:cNvPr name="TextBox 42" id="42"/>
          <p:cNvSpPr txBox="true"/>
          <p:nvPr/>
        </p:nvSpPr>
        <p:spPr>
          <a:xfrm rot="0">
            <a:off x="9499222" y="6109313"/>
            <a:ext cx="3582601" cy="319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6"/>
              </a:lnSpc>
            </a:pPr>
            <a:r>
              <a:rPr lang="en-US" sz="2253" spc="-144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Go-to-Market Strategy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516574" y="6673704"/>
            <a:ext cx="3648918" cy="10997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3"/>
              </a:lnSpc>
              <a:spcBef>
                <a:spcPct val="0"/>
              </a:spcBef>
            </a:pPr>
            <a:r>
              <a:rPr lang="en-US" sz="3202" spc="-128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How do you plan to launch this product? 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13893288" y="6109313"/>
            <a:ext cx="3018960" cy="3190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456"/>
              </a:lnSpc>
            </a:pPr>
            <a:r>
              <a:rPr lang="en-US" sz="2253" spc="-144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Competitor Analysis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3895916" y="6551857"/>
            <a:ext cx="3648918" cy="166174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483"/>
              </a:lnSpc>
              <a:spcBef>
                <a:spcPct val="0"/>
              </a:spcBef>
            </a:pPr>
            <a:r>
              <a:rPr lang="en-US" sz="3202" spc="-128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List existing solutions and how yours is better.</a:t>
            </a:r>
          </a:p>
        </p:txBody>
      </p:sp>
      <p:sp>
        <p:nvSpPr>
          <p:cNvPr name="TextBox 46" id="46"/>
          <p:cNvSpPr txBox="true"/>
          <p:nvPr/>
        </p:nvSpPr>
        <p:spPr>
          <a:xfrm rot="-182436">
            <a:off x="6949076" y="3764079"/>
            <a:ext cx="4296131" cy="422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en-US" b="true" sz="2499" spc="-99">
                <a:solidFill>
                  <a:srgbClr val="030303"/>
                </a:solidFill>
                <a:latin typeface="Aileron Bold"/>
                <a:ea typeface="Aileron Bold"/>
                <a:cs typeface="Aileron Bold"/>
                <a:sym typeface="Aileron Bold"/>
              </a:rPr>
              <a:t>Standing Out in the Market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2441468" y="-890156"/>
            <a:ext cx="2136713" cy="2136713"/>
            <a:chOff x="0" y="0"/>
            <a:chExt cx="812800" cy="81280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9" id="4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430913" y="9258300"/>
            <a:ext cx="2136713" cy="2136713"/>
            <a:chOff x="0" y="0"/>
            <a:chExt cx="812800" cy="81280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2" id="5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</p:spTree>
  </p:cSld>
  <p:clrMapOvr>
    <a:masterClrMapping/>
  </p:clrMapOvr>
  <p:transition spd="fast">
    <p:cover dir="r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2889575" y="851809"/>
            <a:ext cx="8613438" cy="8845636"/>
          </a:xfrm>
          <a:custGeom>
            <a:avLst/>
            <a:gdLst/>
            <a:ahLst/>
            <a:cxnLst/>
            <a:rect r="r" b="b" t="t" l="l"/>
            <a:pathLst>
              <a:path h="8845636" w="8613438">
                <a:moveTo>
                  <a:pt x="0" y="0"/>
                </a:moveTo>
                <a:lnTo>
                  <a:pt x="8613438" y="0"/>
                </a:lnTo>
                <a:lnTo>
                  <a:pt x="8613438" y="8845636"/>
                </a:lnTo>
                <a:lnTo>
                  <a:pt x="0" y="884563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true" flipV="true" rot="-5400000">
            <a:off x="-3834745" y="-4017614"/>
            <a:ext cx="16881985" cy="16881985"/>
          </a:xfrm>
          <a:custGeom>
            <a:avLst/>
            <a:gdLst/>
            <a:ahLst/>
            <a:cxnLst/>
            <a:rect r="r" b="b" t="t" l="l"/>
            <a:pathLst>
              <a:path h="16881985" w="16881985">
                <a:moveTo>
                  <a:pt x="16881985" y="16881984"/>
                </a:moveTo>
                <a:lnTo>
                  <a:pt x="0" y="16881984"/>
                </a:lnTo>
                <a:lnTo>
                  <a:pt x="0" y="0"/>
                </a:lnTo>
                <a:lnTo>
                  <a:pt x="16881985" y="0"/>
                </a:lnTo>
                <a:lnTo>
                  <a:pt x="16881985" y="16881984"/>
                </a:lnTo>
                <a:close/>
              </a:path>
            </a:pathLst>
          </a:custGeom>
          <a:blipFill>
            <a:blip r:embed="rId4">
              <a:alphaModFix amt="51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4" id="4"/>
          <p:cNvGrpSpPr/>
          <p:nvPr/>
        </p:nvGrpSpPr>
        <p:grpSpPr>
          <a:xfrm rot="0">
            <a:off x="14724308" y="7259203"/>
            <a:ext cx="6999673" cy="6999673"/>
            <a:chOff x="0" y="0"/>
            <a:chExt cx="812800" cy="8128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6" id="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7" id="7"/>
          <p:cNvGrpSpPr/>
          <p:nvPr/>
        </p:nvGrpSpPr>
        <p:grpSpPr>
          <a:xfrm rot="0">
            <a:off x="11411163" y="-5949666"/>
            <a:ext cx="8029323" cy="8029323"/>
            <a:chOff x="0" y="0"/>
            <a:chExt cx="812800" cy="812800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9" id="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0" id="10"/>
          <p:cNvGrpSpPr/>
          <p:nvPr/>
        </p:nvGrpSpPr>
        <p:grpSpPr>
          <a:xfrm rot="0">
            <a:off x="1224290" y="3077884"/>
            <a:ext cx="5201890" cy="3226361"/>
            <a:chOff x="0" y="0"/>
            <a:chExt cx="1861359" cy="1154468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861359" cy="1154468"/>
            </a:xfrm>
            <a:custGeom>
              <a:avLst/>
              <a:gdLst/>
              <a:ahLst/>
              <a:cxnLst/>
              <a:rect r="r" b="b" t="t" l="l"/>
              <a:pathLst>
                <a:path h="1154468" w="1861359">
                  <a:moveTo>
                    <a:pt x="68461" y="0"/>
                  </a:moveTo>
                  <a:lnTo>
                    <a:pt x="1792898" y="0"/>
                  </a:lnTo>
                  <a:cubicBezTo>
                    <a:pt x="1830708" y="0"/>
                    <a:pt x="1861359" y="30651"/>
                    <a:pt x="1861359" y="68461"/>
                  </a:cubicBezTo>
                  <a:lnTo>
                    <a:pt x="1861359" y="1086007"/>
                  </a:lnTo>
                  <a:cubicBezTo>
                    <a:pt x="1861359" y="1123817"/>
                    <a:pt x="1830708" y="1154468"/>
                    <a:pt x="1792898" y="1154468"/>
                  </a:cubicBezTo>
                  <a:lnTo>
                    <a:pt x="68461" y="1154468"/>
                  </a:lnTo>
                  <a:cubicBezTo>
                    <a:pt x="30651" y="1154468"/>
                    <a:pt x="0" y="1123817"/>
                    <a:pt x="0" y="1086007"/>
                  </a:cubicBezTo>
                  <a:lnTo>
                    <a:pt x="0" y="68461"/>
                  </a:lnTo>
                  <a:cubicBezTo>
                    <a:pt x="0" y="30651"/>
                    <a:pt x="30651" y="0"/>
                    <a:pt x="68461" y="0"/>
                  </a:cubicBezTo>
                  <a:close/>
                </a:path>
              </a:pathLst>
            </a:custGeom>
            <a:solidFill>
              <a:srgbClr val="F9FBFF"/>
            </a:solidFill>
            <a:ln w="19050" cap="rnd">
              <a:solidFill>
                <a:srgbClr val="DCDCDC"/>
              </a:solidFill>
              <a:prstDash val="solid"/>
              <a:round/>
            </a:ln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1861359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9234152" y="6399496"/>
            <a:ext cx="5201890" cy="3226361"/>
            <a:chOff x="0" y="0"/>
            <a:chExt cx="1861359" cy="1154468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1861359" cy="1154468"/>
            </a:xfrm>
            <a:custGeom>
              <a:avLst/>
              <a:gdLst/>
              <a:ahLst/>
              <a:cxnLst/>
              <a:rect r="r" b="b" t="t" l="l"/>
              <a:pathLst>
                <a:path h="1154468" w="1861359">
                  <a:moveTo>
                    <a:pt x="68461" y="0"/>
                  </a:moveTo>
                  <a:lnTo>
                    <a:pt x="1792898" y="0"/>
                  </a:lnTo>
                  <a:cubicBezTo>
                    <a:pt x="1830708" y="0"/>
                    <a:pt x="1861359" y="30651"/>
                    <a:pt x="1861359" y="68461"/>
                  </a:cubicBezTo>
                  <a:lnTo>
                    <a:pt x="1861359" y="1086007"/>
                  </a:lnTo>
                  <a:cubicBezTo>
                    <a:pt x="1861359" y="1123817"/>
                    <a:pt x="1830708" y="1154468"/>
                    <a:pt x="1792898" y="1154468"/>
                  </a:cubicBezTo>
                  <a:lnTo>
                    <a:pt x="68461" y="1154468"/>
                  </a:lnTo>
                  <a:cubicBezTo>
                    <a:pt x="30651" y="1154468"/>
                    <a:pt x="0" y="1123817"/>
                    <a:pt x="0" y="1086007"/>
                  </a:cubicBezTo>
                  <a:lnTo>
                    <a:pt x="0" y="68461"/>
                  </a:lnTo>
                  <a:cubicBezTo>
                    <a:pt x="0" y="30651"/>
                    <a:pt x="30651" y="0"/>
                    <a:pt x="68461" y="0"/>
                  </a:cubicBezTo>
                  <a:close/>
                </a:path>
              </a:pathLst>
            </a:custGeom>
            <a:solidFill>
              <a:srgbClr val="F9FBFF"/>
            </a:solidFill>
            <a:ln w="19050" cap="rnd">
              <a:solidFill>
                <a:srgbClr val="DCDCDC"/>
              </a:solidFill>
              <a:prstDash val="solid"/>
              <a:round/>
            </a:ln>
          </p:spPr>
        </p:sp>
        <p:sp>
          <p:nvSpPr>
            <p:cNvPr name="TextBox 15" id="15"/>
            <p:cNvSpPr txBox="true"/>
            <p:nvPr/>
          </p:nvSpPr>
          <p:spPr>
            <a:xfrm>
              <a:off x="0" y="-47625"/>
              <a:ext cx="1861359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16" id="16"/>
          <p:cNvGrpSpPr/>
          <p:nvPr/>
        </p:nvGrpSpPr>
        <p:grpSpPr>
          <a:xfrm rot="0">
            <a:off x="6579618" y="3077884"/>
            <a:ext cx="5201890" cy="3226361"/>
            <a:chOff x="0" y="0"/>
            <a:chExt cx="1861359" cy="115446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1861359" cy="1154468"/>
            </a:xfrm>
            <a:custGeom>
              <a:avLst/>
              <a:gdLst/>
              <a:ahLst/>
              <a:cxnLst/>
              <a:rect r="r" b="b" t="t" l="l"/>
              <a:pathLst>
                <a:path h="1154468" w="1861359">
                  <a:moveTo>
                    <a:pt x="68461" y="0"/>
                  </a:moveTo>
                  <a:lnTo>
                    <a:pt x="1792898" y="0"/>
                  </a:lnTo>
                  <a:cubicBezTo>
                    <a:pt x="1830708" y="0"/>
                    <a:pt x="1861359" y="30651"/>
                    <a:pt x="1861359" y="68461"/>
                  </a:cubicBezTo>
                  <a:lnTo>
                    <a:pt x="1861359" y="1086007"/>
                  </a:lnTo>
                  <a:cubicBezTo>
                    <a:pt x="1861359" y="1123817"/>
                    <a:pt x="1830708" y="1154468"/>
                    <a:pt x="1792898" y="1154468"/>
                  </a:cubicBezTo>
                  <a:lnTo>
                    <a:pt x="68461" y="1154468"/>
                  </a:lnTo>
                  <a:cubicBezTo>
                    <a:pt x="30651" y="1154468"/>
                    <a:pt x="0" y="1123817"/>
                    <a:pt x="0" y="1086007"/>
                  </a:cubicBezTo>
                  <a:lnTo>
                    <a:pt x="0" y="68461"/>
                  </a:lnTo>
                  <a:cubicBezTo>
                    <a:pt x="0" y="30651"/>
                    <a:pt x="30651" y="0"/>
                    <a:pt x="68461" y="0"/>
                  </a:cubicBezTo>
                  <a:close/>
                </a:path>
              </a:pathLst>
            </a:custGeom>
            <a:solidFill>
              <a:srgbClr val="E1A45C"/>
            </a:solidFill>
          </p:spPr>
        </p:sp>
        <p:sp>
          <p:nvSpPr>
            <p:cNvPr name="TextBox 18" id="18"/>
            <p:cNvSpPr txBox="true"/>
            <p:nvPr/>
          </p:nvSpPr>
          <p:spPr>
            <a:xfrm>
              <a:off x="0" y="-47625"/>
              <a:ext cx="1861359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19" id="19"/>
          <p:cNvGrpSpPr/>
          <p:nvPr/>
        </p:nvGrpSpPr>
        <p:grpSpPr>
          <a:xfrm rot="0">
            <a:off x="11892649" y="3077884"/>
            <a:ext cx="5201890" cy="3226361"/>
            <a:chOff x="0" y="0"/>
            <a:chExt cx="1861359" cy="1154468"/>
          </a:xfrm>
        </p:grpSpPr>
        <p:sp>
          <p:nvSpPr>
            <p:cNvPr name="Freeform 20" id="20"/>
            <p:cNvSpPr/>
            <p:nvPr/>
          </p:nvSpPr>
          <p:spPr>
            <a:xfrm flipH="false" flipV="false" rot="0">
              <a:off x="0" y="0"/>
              <a:ext cx="1861359" cy="1154468"/>
            </a:xfrm>
            <a:custGeom>
              <a:avLst/>
              <a:gdLst/>
              <a:ahLst/>
              <a:cxnLst/>
              <a:rect r="r" b="b" t="t" l="l"/>
              <a:pathLst>
                <a:path h="1154468" w="1861359">
                  <a:moveTo>
                    <a:pt x="68461" y="0"/>
                  </a:moveTo>
                  <a:lnTo>
                    <a:pt x="1792898" y="0"/>
                  </a:lnTo>
                  <a:cubicBezTo>
                    <a:pt x="1830708" y="0"/>
                    <a:pt x="1861359" y="30651"/>
                    <a:pt x="1861359" y="68461"/>
                  </a:cubicBezTo>
                  <a:lnTo>
                    <a:pt x="1861359" y="1086007"/>
                  </a:lnTo>
                  <a:cubicBezTo>
                    <a:pt x="1861359" y="1123817"/>
                    <a:pt x="1830708" y="1154468"/>
                    <a:pt x="1792898" y="1154468"/>
                  </a:cubicBezTo>
                  <a:lnTo>
                    <a:pt x="68461" y="1154468"/>
                  </a:lnTo>
                  <a:cubicBezTo>
                    <a:pt x="30651" y="1154468"/>
                    <a:pt x="0" y="1123817"/>
                    <a:pt x="0" y="1086007"/>
                  </a:cubicBezTo>
                  <a:lnTo>
                    <a:pt x="0" y="68461"/>
                  </a:lnTo>
                  <a:cubicBezTo>
                    <a:pt x="0" y="30651"/>
                    <a:pt x="30651" y="0"/>
                    <a:pt x="68461" y="0"/>
                  </a:cubicBezTo>
                  <a:close/>
                </a:path>
              </a:pathLst>
            </a:custGeom>
            <a:solidFill>
              <a:srgbClr val="F9FBFF"/>
            </a:solidFill>
            <a:ln w="19050" cap="rnd">
              <a:solidFill>
                <a:srgbClr val="DCDCDC"/>
              </a:solidFill>
              <a:prstDash val="solid"/>
              <a:round/>
            </a:ln>
          </p:spPr>
        </p:sp>
        <p:sp>
          <p:nvSpPr>
            <p:cNvPr name="TextBox 21" id="21"/>
            <p:cNvSpPr txBox="true"/>
            <p:nvPr/>
          </p:nvSpPr>
          <p:spPr>
            <a:xfrm>
              <a:off x="0" y="-47625"/>
              <a:ext cx="1861359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grpSp>
        <p:nvGrpSpPr>
          <p:cNvPr name="Group 22" id="22"/>
          <p:cNvGrpSpPr/>
          <p:nvPr/>
        </p:nvGrpSpPr>
        <p:grpSpPr>
          <a:xfrm rot="0">
            <a:off x="3882787" y="6399496"/>
            <a:ext cx="5201890" cy="3226361"/>
            <a:chOff x="0" y="0"/>
            <a:chExt cx="1861359" cy="1154468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861359" cy="1154468"/>
            </a:xfrm>
            <a:custGeom>
              <a:avLst/>
              <a:gdLst/>
              <a:ahLst/>
              <a:cxnLst/>
              <a:rect r="r" b="b" t="t" l="l"/>
              <a:pathLst>
                <a:path h="1154468" w="1861359">
                  <a:moveTo>
                    <a:pt x="68461" y="0"/>
                  </a:moveTo>
                  <a:lnTo>
                    <a:pt x="1792898" y="0"/>
                  </a:lnTo>
                  <a:cubicBezTo>
                    <a:pt x="1830708" y="0"/>
                    <a:pt x="1861359" y="30651"/>
                    <a:pt x="1861359" y="68461"/>
                  </a:cubicBezTo>
                  <a:lnTo>
                    <a:pt x="1861359" y="1086007"/>
                  </a:lnTo>
                  <a:cubicBezTo>
                    <a:pt x="1861359" y="1123817"/>
                    <a:pt x="1830708" y="1154468"/>
                    <a:pt x="1792898" y="1154468"/>
                  </a:cubicBezTo>
                  <a:lnTo>
                    <a:pt x="68461" y="1154468"/>
                  </a:lnTo>
                  <a:cubicBezTo>
                    <a:pt x="30651" y="1154468"/>
                    <a:pt x="0" y="1123817"/>
                    <a:pt x="0" y="1086007"/>
                  </a:cubicBezTo>
                  <a:lnTo>
                    <a:pt x="0" y="68461"/>
                  </a:lnTo>
                  <a:cubicBezTo>
                    <a:pt x="0" y="30651"/>
                    <a:pt x="30651" y="0"/>
                    <a:pt x="68461" y="0"/>
                  </a:cubicBezTo>
                  <a:close/>
                </a:path>
              </a:pathLst>
            </a:custGeom>
            <a:solidFill>
              <a:srgbClr val="E1A45C"/>
            </a:solid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1861359" cy="1202093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220"/>
                </a:lnSpc>
              </a:pPr>
            </a:p>
          </p:txBody>
        </p:sp>
      </p:grpSp>
      <p:sp>
        <p:nvSpPr>
          <p:cNvPr name="Freeform 25" id="25"/>
          <p:cNvSpPr/>
          <p:nvPr/>
        </p:nvSpPr>
        <p:spPr>
          <a:xfrm flipH="false" flipV="false" rot="0">
            <a:off x="6944683" y="3296451"/>
            <a:ext cx="519086" cy="495078"/>
          </a:xfrm>
          <a:custGeom>
            <a:avLst/>
            <a:gdLst/>
            <a:ahLst/>
            <a:cxnLst/>
            <a:rect r="r" b="b" t="t" l="l"/>
            <a:pathLst>
              <a:path h="495078" w="519086">
                <a:moveTo>
                  <a:pt x="0" y="0"/>
                </a:moveTo>
                <a:lnTo>
                  <a:pt x="519085" y="0"/>
                </a:lnTo>
                <a:lnTo>
                  <a:pt x="519085" y="495078"/>
                </a:lnTo>
                <a:lnTo>
                  <a:pt x="0" y="495078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26" id="26"/>
          <p:cNvGrpSpPr/>
          <p:nvPr/>
        </p:nvGrpSpPr>
        <p:grpSpPr>
          <a:xfrm rot="0">
            <a:off x="6839901" y="838982"/>
            <a:ext cx="4082845" cy="815150"/>
            <a:chOff x="0" y="0"/>
            <a:chExt cx="5443793" cy="108686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1286594" y="228419"/>
              <a:ext cx="4052423" cy="455052"/>
            </a:xfrm>
            <a:custGeom>
              <a:avLst/>
              <a:gdLst/>
              <a:ahLst/>
              <a:cxnLst/>
              <a:rect r="r" b="b" t="t" l="l"/>
              <a:pathLst>
                <a:path h="455052" w="4052423">
                  <a:moveTo>
                    <a:pt x="0" y="0"/>
                  </a:moveTo>
                  <a:lnTo>
                    <a:pt x="4052423" y="0"/>
                  </a:lnTo>
                  <a:lnTo>
                    <a:pt x="4052423" y="455052"/>
                  </a:lnTo>
                  <a:lnTo>
                    <a:pt x="0" y="455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 rot="0">
              <a:off x="1286594" y="626321"/>
              <a:ext cx="4157199" cy="4605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0"/>
                </a:lnSpc>
              </a:pPr>
              <a:r>
                <a:rPr lang="en-US" sz="2007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362640" cy="1049266"/>
            </a:xfrm>
            <a:custGeom>
              <a:avLst/>
              <a:gdLst/>
              <a:ahLst/>
              <a:cxnLst/>
              <a:rect r="r" b="b" t="t" l="l"/>
              <a:pathLst>
                <a:path h="1049266" w="1362640">
                  <a:moveTo>
                    <a:pt x="0" y="0"/>
                  </a:moveTo>
                  <a:lnTo>
                    <a:pt x="1362640" y="0"/>
                  </a:lnTo>
                  <a:lnTo>
                    <a:pt x="1362640" y="1049266"/>
                  </a:lnTo>
                  <a:lnTo>
                    <a:pt x="0" y="1049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 l="0" t="0" r="0" b="-29865"/>
              </a:stretch>
            </a:blipFill>
          </p:spPr>
        </p:sp>
        <p:sp>
          <p:nvSpPr>
            <p:cNvPr name="AutoShape 30" id="30"/>
            <p:cNvSpPr/>
            <p:nvPr/>
          </p:nvSpPr>
          <p:spPr>
            <a:xfrm flipH="true" flipV="true">
              <a:off x="562269" y="402941"/>
              <a:ext cx="119051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1" id="31"/>
            <p:cNvSpPr/>
            <p:nvPr/>
          </p:nvSpPr>
          <p:spPr>
            <a:xfrm flipH="true">
              <a:off x="681320" y="402941"/>
              <a:ext cx="119425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2" id="32"/>
            <p:cNvSpPr/>
            <p:nvPr/>
          </p:nvSpPr>
          <p:spPr>
            <a:xfrm flipH="true" flipV="true">
              <a:off x="209258" y="321315"/>
              <a:ext cx="472062" cy="680721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33" id="33"/>
            <p:cNvSpPr/>
            <p:nvPr/>
          </p:nvSpPr>
          <p:spPr>
            <a:xfrm flipH="true">
              <a:off x="681320" y="345887"/>
              <a:ext cx="457492" cy="656150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sp>
        <p:nvSpPr>
          <p:cNvPr name="Freeform 34" id="34"/>
          <p:cNvSpPr/>
          <p:nvPr/>
        </p:nvSpPr>
        <p:spPr>
          <a:xfrm flipH="false" flipV="false" rot="0">
            <a:off x="1474819" y="3222480"/>
            <a:ext cx="503726" cy="539465"/>
          </a:xfrm>
          <a:custGeom>
            <a:avLst/>
            <a:gdLst/>
            <a:ahLst/>
            <a:cxnLst/>
            <a:rect r="r" b="b" t="t" l="l"/>
            <a:pathLst>
              <a:path h="539465" w="503726">
                <a:moveTo>
                  <a:pt x="0" y="0"/>
                </a:moveTo>
                <a:lnTo>
                  <a:pt x="503726" y="0"/>
                </a:lnTo>
                <a:lnTo>
                  <a:pt x="503726" y="539466"/>
                </a:lnTo>
                <a:lnTo>
                  <a:pt x="0" y="53946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5" id="35"/>
          <p:cNvSpPr/>
          <p:nvPr/>
        </p:nvSpPr>
        <p:spPr>
          <a:xfrm flipH="false" flipV="false" rot="0">
            <a:off x="12379122" y="3404990"/>
            <a:ext cx="808119" cy="635384"/>
          </a:xfrm>
          <a:custGeom>
            <a:avLst/>
            <a:gdLst/>
            <a:ahLst/>
            <a:cxnLst/>
            <a:rect r="r" b="b" t="t" l="l"/>
            <a:pathLst>
              <a:path h="635384" w="808119">
                <a:moveTo>
                  <a:pt x="0" y="0"/>
                </a:moveTo>
                <a:lnTo>
                  <a:pt x="808120" y="0"/>
                </a:lnTo>
                <a:lnTo>
                  <a:pt x="808120" y="635384"/>
                </a:lnTo>
                <a:lnTo>
                  <a:pt x="0" y="635384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6" id="36"/>
          <p:cNvSpPr/>
          <p:nvPr/>
        </p:nvSpPr>
        <p:spPr>
          <a:xfrm flipH="false" flipV="false" rot="0">
            <a:off x="4281423" y="6677376"/>
            <a:ext cx="539465" cy="539465"/>
          </a:xfrm>
          <a:custGeom>
            <a:avLst/>
            <a:gdLst/>
            <a:ahLst/>
            <a:cxnLst/>
            <a:rect r="r" b="b" t="t" l="l"/>
            <a:pathLst>
              <a:path h="539465" w="539465">
                <a:moveTo>
                  <a:pt x="0" y="0"/>
                </a:moveTo>
                <a:lnTo>
                  <a:pt x="539465" y="0"/>
                </a:lnTo>
                <a:lnTo>
                  <a:pt x="539465" y="539465"/>
                </a:lnTo>
                <a:lnTo>
                  <a:pt x="0" y="539465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7" id="37"/>
          <p:cNvSpPr/>
          <p:nvPr/>
        </p:nvSpPr>
        <p:spPr>
          <a:xfrm flipH="false" flipV="false" rot="0">
            <a:off x="9570367" y="6669122"/>
            <a:ext cx="552935" cy="633736"/>
          </a:xfrm>
          <a:custGeom>
            <a:avLst/>
            <a:gdLst/>
            <a:ahLst/>
            <a:cxnLst/>
            <a:rect r="r" b="b" t="t" l="l"/>
            <a:pathLst>
              <a:path h="633736" w="552935">
                <a:moveTo>
                  <a:pt x="0" y="0"/>
                </a:moveTo>
                <a:lnTo>
                  <a:pt x="552935" y="0"/>
                </a:lnTo>
                <a:lnTo>
                  <a:pt x="552935" y="633737"/>
                </a:lnTo>
                <a:lnTo>
                  <a:pt x="0" y="63373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8" id="38"/>
          <p:cNvSpPr txBox="true"/>
          <p:nvPr/>
        </p:nvSpPr>
        <p:spPr>
          <a:xfrm rot="0">
            <a:off x="3563692" y="1969668"/>
            <a:ext cx="11160615" cy="974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144"/>
              </a:lnSpc>
            </a:pPr>
            <a:r>
              <a:rPr lang="en-US" b="true" sz="7600" spc="-486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Future Scope &amp; Impact</a:t>
            </a:r>
          </a:p>
        </p:txBody>
      </p:sp>
      <p:sp>
        <p:nvSpPr>
          <p:cNvPr name="TextBox 39" id="39"/>
          <p:cNvSpPr txBox="true"/>
          <p:nvPr/>
        </p:nvSpPr>
        <p:spPr>
          <a:xfrm rot="0">
            <a:off x="1472952" y="3790521"/>
            <a:ext cx="3241326" cy="27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1"/>
              </a:lnSpc>
            </a:pPr>
            <a:r>
              <a:rPr lang="en-US" sz="2001" spc="-128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Scalability</a:t>
            </a:r>
          </a:p>
        </p:txBody>
      </p:sp>
      <p:sp>
        <p:nvSpPr>
          <p:cNvPr name="TextBox 40" id="40"/>
          <p:cNvSpPr txBox="true"/>
          <p:nvPr/>
        </p:nvSpPr>
        <p:spPr>
          <a:xfrm rot="0">
            <a:off x="9562059" y="7375205"/>
            <a:ext cx="3241326" cy="544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1"/>
              </a:lnSpc>
            </a:pPr>
            <a:r>
              <a:rPr lang="en-US" sz="2001" spc="-128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Environmental &amp; Societal Impact</a:t>
            </a:r>
          </a:p>
        </p:txBody>
      </p:sp>
      <p:sp>
        <p:nvSpPr>
          <p:cNvPr name="TextBox 41" id="41"/>
          <p:cNvSpPr txBox="true"/>
          <p:nvPr/>
        </p:nvSpPr>
        <p:spPr>
          <a:xfrm rot="0">
            <a:off x="1462628" y="4110157"/>
            <a:ext cx="3241326" cy="200204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688"/>
              </a:lnSpc>
            </a:pPr>
            <a:r>
              <a:rPr lang="en-US" sz="2634" spc="-105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How can this prototype be expanded into a full-scale product?</a:t>
            </a:r>
          </a:p>
          <a:p>
            <a:pPr algn="l">
              <a:lnSpc>
                <a:spcPts val="5054"/>
              </a:lnSpc>
              <a:spcBef>
                <a:spcPct val="0"/>
              </a:spcBef>
            </a:pPr>
          </a:p>
        </p:txBody>
      </p:sp>
      <p:sp>
        <p:nvSpPr>
          <p:cNvPr name="TextBox 42" id="42"/>
          <p:cNvSpPr txBox="true"/>
          <p:nvPr/>
        </p:nvSpPr>
        <p:spPr>
          <a:xfrm rot="0">
            <a:off x="9570367" y="7862172"/>
            <a:ext cx="3029376" cy="16567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05"/>
              </a:lnSpc>
              <a:spcBef>
                <a:spcPct val="0"/>
              </a:spcBef>
            </a:pPr>
            <a:r>
              <a:rPr lang="en-US" sz="2361" spc="-94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How does your prototype contribute to sustainability or social good?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6944683" y="3864492"/>
            <a:ext cx="3241326" cy="5441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1"/>
              </a:lnSpc>
            </a:pPr>
            <a:r>
              <a:rPr lang="en-US" sz="2001" spc="-128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Technological Advancements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6907392" y="4383227"/>
            <a:ext cx="3241326" cy="2152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4"/>
              </a:lnSpc>
            </a:pPr>
            <a:r>
              <a:rPr lang="en-US" sz="2960" spc="-118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What future technologies could enhance it?</a:t>
            </a:r>
          </a:p>
          <a:p>
            <a:pPr algn="l">
              <a:lnSpc>
                <a:spcPts val="4902"/>
              </a:lnSpc>
              <a:spcBef>
                <a:spcPct val="0"/>
              </a:spcBef>
            </a:pPr>
          </a:p>
        </p:txBody>
      </p:sp>
      <p:sp>
        <p:nvSpPr>
          <p:cNvPr name="TextBox 45" id="45"/>
          <p:cNvSpPr txBox="true"/>
          <p:nvPr/>
        </p:nvSpPr>
        <p:spPr>
          <a:xfrm rot="0">
            <a:off x="12379122" y="4068949"/>
            <a:ext cx="3182417" cy="27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1"/>
              </a:lnSpc>
            </a:pPr>
            <a:r>
              <a:rPr lang="en-US" sz="2001" spc="-128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Implementation Feasibility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2394537" y="4436767"/>
            <a:ext cx="3241326" cy="150227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992"/>
              </a:lnSpc>
              <a:spcBef>
                <a:spcPct val="0"/>
              </a:spcBef>
            </a:pPr>
            <a:r>
              <a:rPr lang="en-US" sz="2851" spc="-114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Any dependencies or challenges for real-world deployment?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4281423" y="7340666"/>
            <a:ext cx="3028019" cy="2717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181"/>
              </a:lnSpc>
            </a:pPr>
            <a:r>
              <a:rPr lang="en-US" sz="2001" spc="-128" b="true">
                <a:solidFill>
                  <a:srgbClr val="030303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Financial Sustainability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4245549" y="7641253"/>
            <a:ext cx="3241326" cy="20561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144"/>
              </a:lnSpc>
            </a:pPr>
            <a:r>
              <a:rPr lang="en-US" sz="2960" spc="-118">
                <a:solidFill>
                  <a:srgbClr val="030303"/>
                </a:solidFill>
                <a:latin typeface="Aileron"/>
                <a:ea typeface="Aileron"/>
                <a:cs typeface="Aileron"/>
                <a:sym typeface="Aileron"/>
              </a:rPr>
              <a:t>How will this project generate revenue or sustain itself?</a:t>
            </a:r>
          </a:p>
          <a:p>
            <a:pPr algn="l">
              <a:lnSpc>
                <a:spcPts val="4144"/>
              </a:lnSpc>
              <a:spcBef>
                <a:spcPct val="0"/>
              </a:spcBef>
            </a:pPr>
          </a:p>
        </p:txBody>
      </p:sp>
      <p:grpSp>
        <p:nvGrpSpPr>
          <p:cNvPr name="Group 49" id="49"/>
          <p:cNvGrpSpPr/>
          <p:nvPr/>
        </p:nvGrpSpPr>
        <p:grpSpPr>
          <a:xfrm rot="0">
            <a:off x="16109217" y="1028700"/>
            <a:ext cx="2806586" cy="2806586"/>
            <a:chOff x="0" y="0"/>
            <a:chExt cx="812800" cy="812800"/>
          </a:xfrm>
        </p:grpSpPr>
        <p:sp>
          <p:nvSpPr>
            <p:cNvPr name="Freeform 50" id="5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51" id="5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-5400000">
            <a:off x="5223078" y="-3493972"/>
            <a:ext cx="18119342" cy="18119342"/>
          </a:xfrm>
          <a:custGeom>
            <a:avLst/>
            <a:gdLst/>
            <a:ahLst/>
            <a:cxnLst/>
            <a:rect r="r" b="b" t="t" l="l"/>
            <a:pathLst>
              <a:path h="18119342" w="18119342">
                <a:moveTo>
                  <a:pt x="0" y="0"/>
                </a:moveTo>
                <a:lnTo>
                  <a:pt x="18119342" y="0"/>
                </a:lnTo>
                <a:lnTo>
                  <a:pt x="18119342" y="18119342"/>
                </a:lnTo>
                <a:lnTo>
                  <a:pt x="0" y="1811934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alphaModFix amt="5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-823888">
            <a:off x="9601933" y="-2032714"/>
            <a:ext cx="9771003" cy="11150931"/>
          </a:xfrm>
          <a:custGeom>
            <a:avLst/>
            <a:gdLst/>
            <a:ahLst/>
            <a:cxnLst/>
            <a:rect r="r" b="b" t="t" l="l"/>
            <a:pathLst>
              <a:path h="11150931" w="9771003">
                <a:moveTo>
                  <a:pt x="0" y="0"/>
                </a:moveTo>
                <a:lnTo>
                  <a:pt x="9771003" y="0"/>
                </a:lnTo>
                <a:lnTo>
                  <a:pt x="9771003" y="11150931"/>
                </a:lnTo>
                <a:lnTo>
                  <a:pt x="0" y="1115093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alphaModFix amt="6000"/>
            </a:blip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1028700" y="2101025"/>
            <a:ext cx="12234291" cy="8605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320"/>
              </a:lnSpc>
            </a:pPr>
            <a:r>
              <a:rPr lang="en-US" sz="6723" spc="-430" b="true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CONCLUSION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853570"/>
            <a:ext cx="15663500" cy="414829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73"/>
              </a:lnSpc>
            </a:pPr>
            <a:r>
              <a:rPr lang="en-US" sz="3481" spc="-139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Restate the Problem:</a:t>
            </a:r>
            <a:r>
              <a:rPr lang="en-US" sz="3481" spc="-139" b="true">
                <a:solidFill>
                  <a:srgbClr val="F9FBFF"/>
                </a:solidFill>
                <a:latin typeface="Aileron Bold"/>
                <a:ea typeface="Aileron Bold"/>
                <a:cs typeface="Aileron Bold"/>
                <a:sym typeface="Aileron Bold"/>
              </a:rPr>
              <a:t> </a:t>
            </a:r>
            <a:r>
              <a:rPr lang="en-US" sz="3481" spc="-139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Summarize the key issue your prototype addresses.</a:t>
            </a:r>
          </a:p>
          <a:p>
            <a:pPr algn="l">
              <a:lnSpc>
                <a:spcPts val="4873"/>
              </a:lnSpc>
            </a:pPr>
          </a:p>
          <a:p>
            <a:pPr algn="l">
              <a:lnSpc>
                <a:spcPts val="4873"/>
              </a:lnSpc>
            </a:pPr>
            <a:r>
              <a:rPr lang="en-US" sz="3481" spc="-139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Key Achievements:</a:t>
            </a:r>
            <a:r>
              <a:rPr lang="en-US" sz="3481" spc="-139" b="true">
                <a:solidFill>
                  <a:srgbClr val="F9FBFF"/>
                </a:solidFill>
                <a:latin typeface="Aileron Bold"/>
                <a:ea typeface="Aileron Bold"/>
                <a:cs typeface="Aileron Bold"/>
                <a:sym typeface="Aileron Bold"/>
              </a:rPr>
              <a:t> </a:t>
            </a:r>
            <a:r>
              <a:rPr lang="en-US" sz="3481" spc="-139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Highlight the most important features and benefits of your prototype.</a:t>
            </a:r>
          </a:p>
          <a:p>
            <a:pPr algn="l">
              <a:lnSpc>
                <a:spcPts val="4873"/>
              </a:lnSpc>
            </a:pPr>
          </a:p>
          <a:p>
            <a:pPr algn="l">
              <a:lnSpc>
                <a:spcPts val="4873"/>
              </a:lnSpc>
            </a:pPr>
            <a:r>
              <a:rPr lang="en-US" sz="3481" spc="-139" b="true">
                <a:solidFill>
                  <a:srgbClr val="E1A45C"/>
                </a:solidFill>
                <a:latin typeface="Aileron Bold"/>
                <a:ea typeface="Aileron Bold"/>
                <a:cs typeface="Aileron Bold"/>
                <a:sym typeface="Aileron Bold"/>
              </a:rPr>
              <a:t>Next Steps:</a:t>
            </a:r>
            <a:r>
              <a:rPr lang="en-US" sz="3481" spc="-139" b="true">
                <a:solidFill>
                  <a:srgbClr val="F9FBFF"/>
                </a:solidFill>
                <a:latin typeface="Aileron Bold"/>
                <a:ea typeface="Aileron Bold"/>
                <a:cs typeface="Aileron Bold"/>
                <a:sym typeface="Aileron Bold"/>
              </a:rPr>
              <a:t> </a:t>
            </a:r>
            <a:r>
              <a:rPr lang="en-US" sz="3481" spc="-139">
                <a:solidFill>
                  <a:srgbClr val="F9FBFF"/>
                </a:solidFill>
                <a:latin typeface="Aileron"/>
                <a:ea typeface="Aileron"/>
                <a:cs typeface="Aileron"/>
                <a:sym typeface="Aileron"/>
              </a:rPr>
              <a:t>What are your immediate plans after this competition?</a:t>
            </a:r>
          </a:p>
          <a:p>
            <a:pPr algn="l">
              <a:lnSpc>
                <a:spcPts val="4033"/>
              </a:lnSpc>
            </a:pPr>
          </a:p>
        </p:txBody>
      </p:sp>
      <p:grpSp>
        <p:nvGrpSpPr>
          <p:cNvPr name="Group 6" id="6"/>
          <p:cNvGrpSpPr/>
          <p:nvPr/>
        </p:nvGrpSpPr>
        <p:grpSpPr>
          <a:xfrm rot="0">
            <a:off x="-360043" y="7750417"/>
            <a:ext cx="3499837" cy="3499837"/>
            <a:chOff x="0" y="0"/>
            <a:chExt cx="812800" cy="812800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F9FB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8" id="8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-1024759" y="0"/>
            <a:ext cx="3159989" cy="3159989"/>
            <a:chOff x="0" y="0"/>
            <a:chExt cx="812800" cy="812800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F9FB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1" id="11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1028700" y="1123950"/>
            <a:ext cx="4082845" cy="815150"/>
            <a:chOff x="0" y="0"/>
            <a:chExt cx="5443793" cy="108686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1286594" y="228419"/>
              <a:ext cx="4052423" cy="455052"/>
            </a:xfrm>
            <a:custGeom>
              <a:avLst/>
              <a:gdLst/>
              <a:ahLst/>
              <a:cxnLst/>
              <a:rect r="r" b="b" t="t" l="l"/>
              <a:pathLst>
                <a:path h="455052" w="4052423">
                  <a:moveTo>
                    <a:pt x="0" y="0"/>
                  </a:moveTo>
                  <a:lnTo>
                    <a:pt x="4052423" y="0"/>
                  </a:lnTo>
                  <a:lnTo>
                    <a:pt x="4052423" y="455052"/>
                  </a:lnTo>
                  <a:lnTo>
                    <a:pt x="0" y="45505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0" b="0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 rot="0">
              <a:off x="1286594" y="626321"/>
              <a:ext cx="4157199" cy="46054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2810"/>
                </a:lnSpc>
              </a:pPr>
              <a:r>
                <a:rPr lang="en-US" sz="2007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362640" cy="1049266"/>
            </a:xfrm>
            <a:custGeom>
              <a:avLst/>
              <a:gdLst/>
              <a:ahLst/>
              <a:cxnLst/>
              <a:rect r="r" b="b" t="t" l="l"/>
              <a:pathLst>
                <a:path h="1049266" w="1362640">
                  <a:moveTo>
                    <a:pt x="0" y="0"/>
                  </a:moveTo>
                  <a:lnTo>
                    <a:pt x="1362640" y="0"/>
                  </a:lnTo>
                  <a:lnTo>
                    <a:pt x="1362640" y="1049266"/>
                  </a:lnTo>
                  <a:lnTo>
                    <a:pt x="0" y="104926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0" b="-29865"/>
              </a:stretch>
            </a:blipFill>
          </p:spPr>
        </p:sp>
        <p:sp>
          <p:nvSpPr>
            <p:cNvPr name="AutoShape 16" id="16"/>
            <p:cNvSpPr/>
            <p:nvPr/>
          </p:nvSpPr>
          <p:spPr>
            <a:xfrm flipH="true" flipV="true">
              <a:off x="562269" y="402941"/>
              <a:ext cx="119051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7" id="17"/>
            <p:cNvSpPr/>
            <p:nvPr/>
          </p:nvSpPr>
          <p:spPr>
            <a:xfrm flipH="true">
              <a:off x="681320" y="402941"/>
              <a:ext cx="119425" cy="177467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8" id="18"/>
            <p:cNvSpPr/>
            <p:nvPr/>
          </p:nvSpPr>
          <p:spPr>
            <a:xfrm flipH="true" flipV="true">
              <a:off x="209258" y="321315"/>
              <a:ext cx="472062" cy="680721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  <p:sp>
          <p:nvSpPr>
            <p:cNvPr name="AutoShape 19" id="19"/>
            <p:cNvSpPr/>
            <p:nvPr/>
          </p:nvSpPr>
          <p:spPr>
            <a:xfrm flipH="true">
              <a:off x="681320" y="345887"/>
              <a:ext cx="457492" cy="656150"/>
            </a:xfrm>
            <a:prstGeom prst="line">
              <a:avLst/>
            </a:prstGeom>
            <a:ln cap="flat" w="7137">
              <a:solidFill>
                <a:srgbClr val="030303"/>
              </a:solidFill>
              <a:prstDash val="solid"/>
              <a:headEnd type="none" len="sm" w="sm"/>
              <a:tailEnd type="none" len="sm" w="sm"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7816700" y="-1919842"/>
            <a:ext cx="3499837" cy="3499837"/>
            <a:chOff x="0" y="0"/>
            <a:chExt cx="812800" cy="8128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F9FBFF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22" id="22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</p:spTree>
  </p:cSld>
  <p:clrMapOvr>
    <a:masterClrMapping/>
  </p:clrMapOvr>
  <p:transition spd="fast">
    <p:cover dir="r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3030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452880" y="6057078"/>
            <a:ext cx="6999673" cy="6999673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4" id="4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true" flipV="true" rot="-5400000">
            <a:off x="-4213281" y="-790816"/>
            <a:ext cx="13695789" cy="13695789"/>
          </a:xfrm>
          <a:custGeom>
            <a:avLst/>
            <a:gdLst/>
            <a:ahLst/>
            <a:cxnLst/>
            <a:rect r="r" b="b" t="t" l="l"/>
            <a:pathLst>
              <a:path h="13695789" w="13695789">
                <a:moveTo>
                  <a:pt x="13695789" y="13695789"/>
                </a:moveTo>
                <a:lnTo>
                  <a:pt x="0" y="13695789"/>
                </a:lnTo>
                <a:lnTo>
                  <a:pt x="0" y="0"/>
                </a:lnTo>
                <a:lnTo>
                  <a:pt x="13695789" y="0"/>
                </a:lnTo>
                <a:lnTo>
                  <a:pt x="13695789" y="13695789"/>
                </a:lnTo>
                <a:close/>
              </a:path>
            </a:pathLst>
          </a:custGeom>
          <a:blipFill>
            <a:blip r:embed="rId2">
              <a:alphaModFix amt="51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6" id="6"/>
          <p:cNvGrpSpPr/>
          <p:nvPr/>
        </p:nvGrpSpPr>
        <p:grpSpPr>
          <a:xfrm rot="0">
            <a:off x="1006727" y="2254277"/>
            <a:ext cx="6464677" cy="1174677"/>
            <a:chOff x="0" y="0"/>
            <a:chExt cx="8619570" cy="1566237"/>
          </a:xfrm>
        </p:grpSpPr>
        <p:grpSp>
          <p:nvGrpSpPr>
            <p:cNvPr name="Group 7" id="7"/>
            <p:cNvGrpSpPr/>
            <p:nvPr/>
          </p:nvGrpSpPr>
          <p:grpSpPr>
            <a:xfrm rot="0">
              <a:off x="6053422" y="226113"/>
              <a:ext cx="1114010" cy="1114010"/>
              <a:chOff x="0" y="0"/>
              <a:chExt cx="812800" cy="812800"/>
            </a:xfrm>
          </p:grpSpPr>
          <p:sp>
            <p:nvSpPr>
              <p:cNvPr name="Freeform 8" id="8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FFFFF"/>
              </a:solidFill>
            </p:spPr>
          </p:sp>
          <p:sp>
            <p:nvSpPr>
              <p:cNvPr name="TextBox 9" id="9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38387" lIns="38387" bIns="38387" rIns="38387"/>
              <a:lstStyle/>
              <a:p>
                <a:pPr algn="ctr">
                  <a:lnSpc>
                    <a:spcPts val="2505"/>
                  </a:lnSpc>
                </a:pPr>
                <a:r>
                  <a:rPr lang="en-US" sz="1927">
                    <a:solidFill>
                      <a:srgbClr val="FFFFFF"/>
                    </a:solidFill>
                    <a:latin typeface="Designer"/>
                    <a:ea typeface="Designer"/>
                    <a:cs typeface="Designer"/>
                    <a:sym typeface="Designer"/>
                  </a:rPr>
                  <a:t>[</a:t>
                </a:r>
              </a:p>
            </p:txBody>
          </p:sp>
        </p:grpSp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8619570" cy="1566237"/>
            </a:xfrm>
            <a:custGeom>
              <a:avLst/>
              <a:gdLst/>
              <a:ahLst/>
              <a:cxnLst/>
              <a:rect r="r" b="b" t="t" l="l"/>
              <a:pathLst>
                <a:path h="1566237" w="8619570">
                  <a:moveTo>
                    <a:pt x="0" y="0"/>
                  </a:moveTo>
                  <a:lnTo>
                    <a:pt x="8619570" y="0"/>
                  </a:lnTo>
                  <a:lnTo>
                    <a:pt x="8619570" y="1566237"/>
                  </a:lnTo>
                  <a:lnTo>
                    <a:pt x="0" y="156623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-225168" r="0" b="-225168"/>
              </a:stretch>
            </a:blipFill>
            <a:ln w="28575" cap="rnd">
              <a:solidFill>
                <a:srgbClr val="212938"/>
              </a:solidFill>
              <a:prstDash val="solid"/>
              <a:round/>
            </a:ln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261013" y="160281"/>
              <a:ext cx="4616252" cy="1349535"/>
            </a:xfrm>
            <a:custGeom>
              <a:avLst/>
              <a:gdLst/>
              <a:ahLst/>
              <a:cxnLst/>
              <a:rect r="r" b="b" t="t" l="l"/>
              <a:pathLst>
                <a:path h="1349535" w="4616252">
                  <a:moveTo>
                    <a:pt x="0" y="0"/>
                  </a:moveTo>
                  <a:lnTo>
                    <a:pt x="4616252" y="0"/>
                  </a:lnTo>
                  <a:lnTo>
                    <a:pt x="4616252" y="1349535"/>
                  </a:lnTo>
                  <a:lnTo>
                    <a:pt x="0" y="1349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21214" t="0" r="0" b="0"/>
              </a:stretch>
            </a:blip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350365" y="104492"/>
              <a:ext cx="1032066" cy="1349535"/>
            </a:xfrm>
            <a:custGeom>
              <a:avLst/>
              <a:gdLst/>
              <a:ahLst/>
              <a:cxnLst/>
              <a:rect r="r" b="b" t="t" l="l"/>
              <a:pathLst>
                <a:path h="1349535" w="1032066">
                  <a:moveTo>
                    <a:pt x="0" y="0"/>
                  </a:moveTo>
                  <a:lnTo>
                    <a:pt x="1032066" y="0"/>
                  </a:lnTo>
                  <a:lnTo>
                    <a:pt x="1032066" y="1349535"/>
                  </a:lnTo>
                  <a:lnTo>
                    <a:pt x="0" y="134953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-3197" t="0" r="-438974" b="0"/>
              </a:stretch>
            </a:blip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7144002" y="11139"/>
              <a:ext cx="1092476" cy="1555098"/>
            </a:xfrm>
            <a:custGeom>
              <a:avLst/>
              <a:gdLst/>
              <a:ahLst/>
              <a:cxnLst/>
              <a:rect r="r" b="b" t="t" l="l"/>
              <a:pathLst>
                <a:path h="1555098" w="1092476">
                  <a:moveTo>
                    <a:pt x="0" y="0"/>
                  </a:moveTo>
                  <a:lnTo>
                    <a:pt x="1092476" y="0"/>
                  </a:lnTo>
                  <a:lnTo>
                    <a:pt x="1092476" y="1555098"/>
                  </a:lnTo>
                  <a:lnTo>
                    <a:pt x="0" y="155509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-37068" r="-147878" b="-37068"/>
              </a:stretch>
            </a:blip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6016610" y="243838"/>
              <a:ext cx="1089700" cy="1089700"/>
            </a:xfrm>
            <a:custGeom>
              <a:avLst/>
              <a:gdLst/>
              <a:ahLst/>
              <a:cxnLst/>
              <a:rect r="r" b="b" t="t" l="l"/>
              <a:pathLst>
                <a:path h="1089700" w="1089700">
                  <a:moveTo>
                    <a:pt x="0" y="0"/>
                  </a:moveTo>
                  <a:lnTo>
                    <a:pt x="1089701" y="0"/>
                  </a:lnTo>
                  <a:lnTo>
                    <a:pt x="1089701" y="1089700"/>
                  </a:lnTo>
                  <a:lnTo>
                    <a:pt x="0" y="10897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0" b="0"/>
              </a:stretch>
            </a:blip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-2027332" y="-4923937"/>
            <a:ext cx="6999673" cy="6999673"/>
            <a:chOff x="0" y="0"/>
            <a:chExt cx="812800" cy="8128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17" id="17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sp>
        <p:nvSpPr>
          <p:cNvPr name="Freeform 18" id="18"/>
          <p:cNvSpPr/>
          <p:nvPr/>
        </p:nvSpPr>
        <p:spPr>
          <a:xfrm flipH="false" flipV="false" rot="0">
            <a:off x="9482508" y="1070644"/>
            <a:ext cx="15167087" cy="9238135"/>
          </a:xfrm>
          <a:custGeom>
            <a:avLst/>
            <a:gdLst/>
            <a:ahLst/>
            <a:cxnLst/>
            <a:rect r="r" b="b" t="t" l="l"/>
            <a:pathLst>
              <a:path h="9238135" w="15167087">
                <a:moveTo>
                  <a:pt x="0" y="0"/>
                </a:moveTo>
                <a:lnTo>
                  <a:pt x="15167087" y="0"/>
                </a:lnTo>
                <a:lnTo>
                  <a:pt x="15167087" y="9238135"/>
                </a:lnTo>
                <a:lnTo>
                  <a:pt x="0" y="923813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19" id="19"/>
          <p:cNvSpPr txBox="true"/>
          <p:nvPr/>
        </p:nvSpPr>
        <p:spPr>
          <a:xfrm rot="0">
            <a:off x="1006727" y="5072787"/>
            <a:ext cx="7931229" cy="295993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321"/>
              </a:lnSpc>
            </a:pPr>
            <a:r>
              <a:rPr lang="en-US" sz="12044" spc="-481" b="true">
                <a:solidFill>
                  <a:srgbClr val="F9FBFF"/>
                </a:solidFill>
                <a:latin typeface="Cy Grotesk Key Semi-Bold"/>
                <a:ea typeface="Cy Grotesk Key Semi-Bold"/>
                <a:cs typeface="Cy Grotesk Key Semi-Bold"/>
                <a:sym typeface="Cy Grotesk Key Semi-Bold"/>
              </a:rPr>
              <a:t>Thank You So Much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730972" y="3839644"/>
            <a:ext cx="5690055" cy="937868"/>
            <a:chOff x="0" y="0"/>
            <a:chExt cx="7586739" cy="125049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488120" cy="1128294"/>
            </a:xfrm>
            <a:custGeom>
              <a:avLst/>
              <a:gdLst/>
              <a:ahLst/>
              <a:cxnLst/>
              <a:rect r="r" b="b" t="t" l="l"/>
              <a:pathLst>
                <a:path h="1128294" w="2488120">
                  <a:moveTo>
                    <a:pt x="0" y="0"/>
                  </a:moveTo>
                  <a:lnTo>
                    <a:pt x="2488120" y="0"/>
                  </a:lnTo>
                  <a:lnTo>
                    <a:pt x="2488120" y="1128294"/>
                  </a:lnTo>
                  <a:lnTo>
                    <a:pt x="0" y="112829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 l="0" t="-80129" r="0" b="-103498"/>
              </a:stretch>
            </a:blip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2082691" y="113923"/>
              <a:ext cx="5365327" cy="602480"/>
            </a:xfrm>
            <a:custGeom>
              <a:avLst/>
              <a:gdLst/>
              <a:ahLst/>
              <a:cxnLst/>
              <a:rect r="r" b="b" t="t" l="l"/>
              <a:pathLst>
                <a:path h="602480" w="5365327">
                  <a:moveTo>
                    <a:pt x="0" y="0"/>
                  </a:moveTo>
                  <a:lnTo>
                    <a:pt x="5365328" y="0"/>
                  </a:lnTo>
                  <a:lnTo>
                    <a:pt x="5365328" y="602480"/>
                  </a:lnTo>
                  <a:lnTo>
                    <a:pt x="0" y="6024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 l="0" t="0" r="0" b="0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 rot="0">
              <a:off x="2082691" y="649728"/>
              <a:ext cx="5504048" cy="60076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720"/>
                </a:lnSpc>
              </a:pPr>
              <a:r>
                <a:rPr lang="en-US" sz="2657">
                  <a:solidFill>
                    <a:srgbClr val="FFFFFF"/>
                  </a:solidFill>
                  <a:latin typeface="Belleza"/>
                  <a:ea typeface="Belleza"/>
                  <a:cs typeface="Belleza"/>
                  <a:sym typeface="Belleza"/>
                </a:rPr>
                <a:t>PROTOTYPE COMPETITION </a:t>
              </a:r>
            </a:p>
          </p:txBody>
        </p:sp>
      </p:grpSp>
      <p:grpSp>
        <p:nvGrpSpPr>
          <p:cNvPr name="Group 24" id="24"/>
          <p:cNvGrpSpPr/>
          <p:nvPr/>
        </p:nvGrpSpPr>
        <p:grpSpPr>
          <a:xfrm rot="0">
            <a:off x="4842706" y="8720664"/>
            <a:ext cx="2628698" cy="2628698"/>
            <a:chOff x="0" y="0"/>
            <a:chExt cx="812800" cy="812800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26" id="26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  <p:grpSp>
        <p:nvGrpSpPr>
          <p:cNvPr name="Group 27" id="27"/>
          <p:cNvGrpSpPr/>
          <p:nvPr/>
        </p:nvGrpSpPr>
        <p:grpSpPr>
          <a:xfrm rot="0">
            <a:off x="9144000" y="-1295406"/>
            <a:ext cx="2628698" cy="2628698"/>
            <a:chOff x="0" y="0"/>
            <a:chExt cx="812800" cy="812800"/>
          </a:xfrm>
        </p:grpSpPr>
        <p:sp>
          <p:nvSpPr>
            <p:cNvPr name="Freeform 28" id="28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9525" cap="sq">
              <a:solidFill>
                <a:srgbClr val="E1A45C">
                  <a:alpha val="49804"/>
                </a:srgbClr>
              </a:solidFill>
              <a:prstDash val="solid"/>
              <a:miter/>
            </a:ln>
          </p:spPr>
        </p:sp>
        <p:sp>
          <p:nvSpPr>
            <p:cNvPr name="TextBox 29" id="29"/>
            <p:cNvSpPr txBox="true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3499"/>
                </a:lnSpc>
              </a:pPr>
            </a:p>
          </p:txBody>
        </p:sp>
      </p:grpSp>
    </p:spTree>
  </p:cSld>
  <p:clrMapOvr>
    <a:masterClrMapping/>
  </p:clrMapOvr>
  <p:transition spd="fast">
    <p:cover dir="d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DAGgVCt3Ioo</dc:identifier>
  <dcterms:modified xsi:type="dcterms:W3CDTF">2011-08-01T06:04:30Z</dcterms:modified>
  <cp:revision>1</cp:revision>
  <dc:title>Anveshana Presentation without logos</dc:title>
</cp:coreProperties>
</file>